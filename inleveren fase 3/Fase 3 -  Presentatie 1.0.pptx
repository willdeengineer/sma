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302" r:id="rId4"/>
    <p:sldId id="304" r:id="rId5"/>
    <p:sldId id="336" r:id="rId6"/>
    <p:sldId id="335" r:id="rId7"/>
    <p:sldId id="339" r:id="rId8"/>
    <p:sldId id="345" r:id="rId9"/>
    <p:sldId id="344" r:id="rId10"/>
    <p:sldId id="334" r:id="rId11"/>
    <p:sldId id="329" r:id="rId12"/>
    <p:sldId id="330" r:id="rId13"/>
    <p:sldId id="340" r:id="rId14"/>
    <p:sldId id="333" r:id="rId15"/>
    <p:sldId id="287" r:id="rId16"/>
    <p:sldId id="328" r:id="rId17"/>
    <p:sldId id="327" r:id="rId18"/>
    <p:sldId id="297" r:id="rId19"/>
    <p:sldId id="346" r:id="rId20"/>
    <p:sldId id="309" r:id="rId21"/>
    <p:sldId id="321" r:id="rId22"/>
    <p:sldId id="323" r:id="rId23"/>
    <p:sldId id="322" r:id="rId24"/>
    <p:sldId id="337" r:id="rId25"/>
    <p:sldId id="288" r:id="rId26"/>
    <p:sldId id="286" r:id="rId27"/>
    <p:sldId id="313" r:id="rId28"/>
    <p:sldId id="342" r:id="rId29"/>
    <p:sldId id="306" r:id="rId30"/>
    <p:sldId id="324" r:id="rId31"/>
    <p:sldId id="343" r:id="rId32"/>
    <p:sldId id="295" r:id="rId33"/>
    <p:sldId id="272" r:id="rId34"/>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F1AEB6B-C403-4E38-9E78-5F81228CF7D0}">
          <p14:sldIdLst>
            <p14:sldId id="256"/>
            <p14:sldId id="257"/>
          </p14:sldIdLst>
        </p14:section>
        <p14:section name="Introductie" id="{5F267875-E0B0-42B4-A664-879864A921CE}">
          <p14:sldIdLst>
            <p14:sldId id="302"/>
            <p14:sldId id="304"/>
            <p14:sldId id="336"/>
            <p14:sldId id="335"/>
          </p14:sldIdLst>
        </p14:section>
        <p14:section name="Beroepstaken" id="{F783BC43-136D-4421-8AA9-22E18348E572}">
          <p14:sldIdLst>
            <p14:sldId id="339"/>
            <p14:sldId id="345"/>
            <p14:sldId id="344"/>
            <p14:sldId id="334"/>
            <p14:sldId id="329"/>
            <p14:sldId id="330"/>
            <p14:sldId id="340"/>
            <p14:sldId id="333"/>
            <p14:sldId id="287"/>
            <p14:sldId id="328"/>
            <p14:sldId id="327"/>
            <p14:sldId id="297"/>
            <p14:sldId id="346"/>
            <p14:sldId id="309"/>
            <p14:sldId id="321"/>
            <p14:sldId id="323"/>
            <p14:sldId id="322"/>
            <p14:sldId id="337"/>
            <p14:sldId id="288"/>
            <p14:sldId id="286"/>
            <p14:sldId id="313"/>
            <p14:sldId id="342"/>
            <p14:sldId id="306"/>
            <p14:sldId id="324"/>
          </p14:sldIdLst>
        </p14:section>
        <p14:section name="Demonstratie en einde" id="{7E39E195-5BED-4D8D-AC43-3F9416597D2D}">
          <p14:sldIdLst>
            <p14:sldId id="343"/>
            <p14:sldId id="295"/>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A7A7"/>
    <a:srgbClr val="F6FCA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454FDF-997F-474F-86A4-FCF145B2228E}" v="166" dt="2026-04-04T11:02:52.2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4837" autoAdjust="0"/>
  </p:normalViewPr>
  <p:slideViewPr>
    <p:cSldViewPr snapToGrid="0">
      <p:cViewPr varScale="1">
        <p:scale>
          <a:sx n="70" d="100"/>
          <a:sy n="70" d="100"/>
        </p:scale>
        <p:origin x="132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ijden, William van der" userId="936082d1-b391-4831-9b18-969e6ea4140e" providerId="ADAL" clId="{A51E778C-228C-4BFD-BA5F-D56B1B5A0CD4}"/>
    <pc:docChg chg="undo redo custSel addSld delSld modSld sldOrd addSection modSection">
      <pc:chgData name="Meijden, William van der" userId="936082d1-b391-4831-9b18-969e6ea4140e" providerId="ADAL" clId="{A51E778C-228C-4BFD-BA5F-D56B1B5A0CD4}" dt="2026-04-04T11:03:05.793" v="48961" actId="1076"/>
      <pc:docMkLst>
        <pc:docMk/>
      </pc:docMkLst>
      <pc:sldChg chg="addSp delSp modSp mod setBg">
        <pc:chgData name="Meijden, William van der" userId="936082d1-b391-4831-9b18-969e6ea4140e" providerId="ADAL" clId="{A51E778C-228C-4BFD-BA5F-D56B1B5A0CD4}" dt="2026-04-02T13:42:14.230" v="48654"/>
        <pc:sldMkLst>
          <pc:docMk/>
          <pc:sldMk cId="2830592546" sldId="256"/>
        </pc:sldMkLst>
        <pc:picChg chg="add mod">
          <ac:chgData name="Meijden, William van der" userId="936082d1-b391-4831-9b18-969e6ea4140e" providerId="ADAL" clId="{A51E778C-228C-4BFD-BA5F-D56B1B5A0CD4}" dt="2026-04-02T13:42:14.230" v="48654"/>
          <ac:picMkLst>
            <pc:docMk/>
            <pc:sldMk cId="2830592546" sldId="256"/>
            <ac:picMk id="1026" creationId="{A2659A86-4A08-28C0-D174-CDDBE47DB792}"/>
          </ac:picMkLst>
        </pc:picChg>
      </pc:sldChg>
      <pc:sldChg chg="addSp modSp mod modNotesTx">
        <pc:chgData name="Meijden, William van der" userId="936082d1-b391-4831-9b18-969e6ea4140e" providerId="ADAL" clId="{A51E778C-228C-4BFD-BA5F-D56B1B5A0CD4}" dt="2026-04-04T10:10:51.175" v="48954" actId="20577"/>
        <pc:sldMkLst>
          <pc:docMk/>
          <pc:sldMk cId="2614079702" sldId="257"/>
        </pc:sldMkLst>
        <pc:spChg chg="mod">
          <ac:chgData name="Meijden, William van der" userId="936082d1-b391-4831-9b18-969e6ea4140e" providerId="ADAL" clId="{A51E778C-228C-4BFD-BA5F-D56B1B5A0CD4}" dt="2026-03-30T11:16:16.910" v="42071" actId="20577"/>
          <ac:spMkLst>
            <pc:docMk/>
            <pc:sldMk cId="2614079702" sldId="257"/>
            <ac:spMk id="2" creationId="{2A06B6E6-27A3-DA33-1CAB-56B3F9AC284C}"/>
          </ac:spMkLst>
        </pc:spChg>
        <pc:spChg chg="mod">
          <ac:chgData name="Meijden, William van der" userId="936082d1-b391-4831-9b18-969e6ea4140e" providerId="ADAL" clId="{A51E778C-228C-4BFD-BA5F-D56B1B5A0CD4}" dt="2026-04-04T10:10:51.175" v="48954" actId="20577"/>
          <ac:spMkLst>
            <pc:docMk/>
            <pc:sldMk cId="2614079702" sldId="257"/>
            <ac:spMk id="4" creationId="{C1F94342-72C2-77D1-E8F4-E49EB3ADFFCB}"/>
          </ac:spMkLst>
        </pc:spChg>
      </pc:sldChg>
      <pc:sldChg chg="modSp mod ord">
        <pc:chgData name="Meijden, William van der" userId="936082d1-b391-4831-9b18-969e6ea4140e" providerId="ADAL" clId="{A51E778C-228C-4BFD-BA5F-D56B1B5A0CD4}" dt="2026-03-23T10:51:22.534" v="25156"/>
        <pc:sldMkLst>
          <pc:docMk/>
          <pc:sldMk cId="869627477" sldId="272"/>
        </pc:sldMkLst>
      </pc:sldChg>
      <pc:sldChg chg="addSp delSp modSp add del mod ord modNotesTx">
        <pc:chgData name="Meijden, William van der" userId="936082d1-b391-4831-9b18-969e6ea4140e" providerId="ADAL" clId="{A51E778C-228C-4BFD-BA5F-D56B1B5A0CD4}" dt="2026-03-24T10:53:11.934" v="28448" actId="47"/>
        <pc:sldMkLst>
          <pc:docMk/>
          <pc:sldMk cId="3706867227" sldId="287"/>
        </pc:sldMkLst>
        <pc:spChg chg="mod">
          <ac:chgData name="Meijden, William van der" userId="936082d1-b391-4831-9b18-969e6ea4140e" providerId="ADAL" clId="{A51E778C-228C-4BFD-BA5F-D56B1B5A0CD4}" dt="2026-03-17T10:23:27.841" v="17650" actId="20577"/>
          <ac:spMkLst>
            <pc:docMk/>
            <pc:sldMk cId="3706867227" sldId="287"/>
            <ac:spMk id="2" creationId="{28451FD5-8C12-8312-6C34-5A8009B93A5B}"/>
          </ac:spMkLst>
        </pc:spChg>
      </pc:sldChg>
      <pc:sldChg chg="modSp mod ord modNotesTx">
        <pc:chgData name="Meijden, William van der" userId="936082d1-b391-4831-9b18-969e6ea4140e" providerId="ADAL" clId="{A51E778C-228C-4BFD-BA5F-D56B1B5A0CD4}" dt="2026-04-02T14:19:43.537" v="48807"/>
        <pc:sldMkLst>
          <pc:docMk/>
          <pc:sldMk cId="1246554619" sldId="288"/>
        </pc:sldMkLst>
      </pc:sldChg>
      <pc:sldChg chg="modSp add mod ord setBg">
        <pc:chgData name="Meijden, William van der" userId="936082d1-b391-4831-9b18-969e6ea4140e" providerId="ADAL" clId="{A51E778C-228C-4BFD-BA5F-D56B1B5A0CD4}" dt="2026-03-23T10:51:22.534" v="25156"/>
        <pc:sldMkLst>
          <pc:docMk/>
          <pc:sldMk cId="2177812589" sldId="295"/>
        </pc:sldMkLst>
      </pc:sldChg>
      <pc:sldChg chg="addSp delSp modSp add mod ord modClrScheme chgLayout modNotesTx">
        <pc:chgData name="Meijden, William van der" userId="936082d1-b391-4831-9b18-969e6ea4140e" providerId="ADAL" clId="{A51E778C-228C-4BFD-BA5F-D56B1B5A0CD4}" dt="2026-04-04T10:09:01.907" v="48868" actId="20577"/>
        <pc:sldMkLst>
          <pc:docMk/>
          <pc:sldMk cId="2576228202" sldId="297"/>
        </pc:sldMkLst>
        <pc:spChg chg="mod ord">
          <ac:chgData name="Meijden, William van der" userId="936082d1-b391-4831-9b18-969e6ea4140e" providerId="ADAL" clId="{A51E778C-228C-4BFD-BA5F-D56B1B5A0CD4}" dt="2026-04-02T14:19:22.376" v="48805" actId="20577"/>
          <ac:spMkLst>
            <pc:docMk/>
            <pc:sldMk cId="2576228202" sldId="297"/>
            <ac:spMk id="2" creationId="{088A2FC6-1D9B-DCAF-C7FE-8DC255E8F9D1}"/>
          </ac:spMkLst>
        </pc:spChg>
        <pc:spChg chg="add del mod ord">
          <ac:chgData name="Meijden, William van der" userId="936082d1-b391-4831-9b18-969e6ea4140e" providerId="ADAL" clId="{A51E778C-228C-4BFD-BA5F-D56B1B5A0CD4}" dt="2026-04-04T10:09:01.907" v="48868" actId="20577"/>
          <ac:spMkLst>
            <pc:docMk/>
            <pc:sldMk cId="2576228202" sldId="297"/>
            <ac:spMk id="3" creationId="{07B82EC6-CAB8-E0F8-A72D-BE14EE9CF8D4}"/>
          </ac:spMkLst>
        </pc:spChg>
        <pc:spChg chg="add mod">
          <ac:chgData name="Meijden, William van der" userId="936082d1-b391-4831-9b18-969e6ea4140e" providerId="ADAL" clId="{A51E778C-228C-4BFD-BA5F-D56B1B5A0CD4}" dt="2026-03-31T09:52:52.154" v="45071" actId="1076"/>
          <ac:spMkLst>
            <pc:docMk/>
            <pc:sldMk cId="2576228202" sldId="297"/>
            <ac:spMk id="5" creationId="{9A71864C-D908-7335-4F11-827F0C503E7E}"/>
          </ac:spMkLst>
        </pc:spChg>
        <pc:spChg chg="add mod">
          <ac:chgData name="Meijden, William van der" userId="936082d1-b391-4831-9b18-969e6ea4140e" providerId="ADAL" clId="{A51E778C-228C-4BFD-BA5F-D56B1B5A0CD4}" dt="2026-03-31T09:52:52.154" v="45071" actId="1076"/>
          <ac:spMkLst>
            <pc:docMk/>
            <pc:sldMk cId="2576228202" sldId="297"/>
            <ac:spMk id="7" creationId="{4313FE13-467F-5C9A-7F57-B6344EBB22FB}"/>
          </ac:spMkLst>
        </pc:spChg>
        <pc:picChg chg="add mod">
          <ac:chgData name="Meijden, William van der" userId="936082d1-b391-4831-9b18-969e6ea4140e" providerId="ADAL" clId="{A51E778C-228C-4BFD-BA5F-D56B1B5A0CD4}" dt="2026-03-31T09:52:52.154" v="45071" actId="1076"/>
          <ac:picMkLst>
            <pc:docMk/>
            <pc:sldMk cId="2576228202" sldId="297"/>
            <ac:picMk id="4" creationId="{587286DB-7D14-991A-42F7-C55F2F9C9EFF}"/>
          </ac:picMkLst>
        </pc:picChg>
        <pc:picChg chg="add mod">
          <ac:chgData name="Meijden, William van der" userId="936082d1-b391-4831-9b18-969e6ea4140e" providerId="ADAL" clId="{A51E778C-228C-4BFD-BA5F-D56B1B5A0CD4}" dt="2026-03-31T09:52:52.154" v="45071" actId="1076"/>
          <ac:picMkLst>
            <pc:docMk/>
            <pc:sldMk cId="2576228202" sldId="297"/>
            <ac:picMk id="6" creationId="{2FBECF5E-8CC2-FD99-7824-E84E9D854FC7}"/>
          </ac:picMkLst>
        </pc:picChg>
        <pc:picChg chg="add mod">
          <ac:chgData name="Meijden, William van der" userId="936082d1-b391-4831-9b18-969e6ea4140e" providerId="ADAL" clId="{A51E778C-228C-4BFD-BA5F-D56B1B5A0CD4}" dt="2026-03-25T16:27:05.139" v="40082" actId="1076"/>
          <ac:picMkLst>
            <pc:docMk/>
            <pc:sldMk cId="2576228202" sldId="297"/>
            <ac:picMk id="15" creationId="{94641FA0-3BDB-49B9-44B2-7D849BCA0C6E}"/>
          </ac:picMkLst>
        </pc:picChg>
      </pc:sldChg>
      <pc:sldChg chg="modSp add del mod ord">
        <pc:chgData name="Meijden, William van der" userId="936082d1-b391-4831-9b18-969e6ea4140e" providerId="ADAL" clId="{A51E778C-228C-4BFD-BA5F-D56B1B5A0CD4}" dt="2026-03-17T10:29:24.486" v="17843" actId="47"/>
        <pc:sldMkLst>
          <pc:docMk/>
          <pc:sldMk cId="2479305452" sldId="302"/>
        </pc:sldMkLst>
      </pc:sldChg>
      <pc:sldChg chg="addSp modSp add mod ord modNotesTx">
        <pc:chgData name="Meijden, William van der" userId="936082d1-b391-4831-9b18-969e6ea4140e" providerId="ADAL" clId="{A51E778C-228C-4BFD-BA5F-D56B1B5A0CD4}" dt="2026-04-01T10:32:04.249" v="47103" actId="20577"/>
        <pc:sldMkLst>
          <pc:docMk/>
          <pc:sldMk cId="2849673948" sldId="304"/>
        </pc:sldMkLst>
        <pc:spChg chg="mod">
          <ac:chgData name="Meijden, William van der" userId="936082d1-b391-4831-9b18-969e6ea4140e" providerId="ADAL" clId="{A51E778C-228C-4BFD-BA5F-D56B1B5A0CD4}" dt="2026-03-24T14:06:12.400" v="37049" actId="20577"/>
          <ac:spMkLst>
            <pc:docMk/>
            <pc:sldMk cId="2849673948" sldId="304"/>
            <ac:spMk id="2" creationId="{03F45126-2E7E-6164-1423-9F084F085BFA}"/>
          </ac:spMkLst>
        </pc:spChg>
        <pc:spChg chg="mod">
          <ac:chgData name="Meijden, William van der" userId="936082d1-b391-4831-9b18-969e6ea4140e" providerId="ADAL" clId="{A51E778C-228C-4BFD-BA5F-D56B1B5A0CD4}" dt="2026-04-01T10:29:54.971" v="47101" actId="20577"/>
          <ac:spMkLst>
            <pc:docMk/>
            <pc:sldMk cId="2849673948" sldId="304"/>
            <ac:spMk id="3" creationId="{B8C36BD3-29CB-378E-CDD3-B85C643C8E14}"/>
          </ac:spMkLst>
        </pc:spChg>
        <pc:spChg chg="add mod">
          <ac:chgData name="Meijden, William van der" userId="936082d1-b391-4831-9b18-969e6ea4140e" providerId="ADAL" clId="{A51E778C-228C-4BFD-BA5F-D56B1B5A0CD4}" dt="2026-03-31T10:16:05.854" v="45427"/>
          <ac:spMkLst>
            <pc:docMk/>
            <pc:sldMk cId="2849673948" sldId="304"/>
            <ac:spMk id="5" creationId="{DE9BFAC5-E7BF-81E7-8391-62F8F71E3CB1}"/>
          </ac:spMkLst>
        </pc:spChg>
        <pc:spChg chg="add mod">
          <ac:chgData name="Meijden, William van der" userId="936082d1-b391-4831-9b18-969e6ea4140e" providerId="ADAL" clId="{A51E778C-228C-4BFD-BA5F-D56B1B5A0CD4}" dt="2026-03-31T10:16:05.854" v="45427"/>
          <ac:spMkLst>
            <pc:docMk/>
            <pc:sldMk cId="2849673948" sldId="304"/>
            <ac:spMk id="6" creationId="{EA4C5FD6-F364-45C3-5FBD-74FBE58E27D2}"/>
          </ac:spMkLst>
        </pc:spChg>
        <pc:graphicFrameChg chg="add mod">
          <ac:chgData name="Meijden, William van der" userId="936082d1-b391-4831-9b18-969e6ea4140e" providerId="ADAL" clId="{A51E778C-228C-4BFD-BA5F-D56B1B5A0CD4}" dt="2026-03-31T10:16:05.854" v="45427"/>
          <ac:graphicFrameMkLst>
            <pc:docMk/>
            <pc:sldMk cId="2849673948" sldId="304"/>
            <ac:graphicFrameMk id="4" creationId="{2C1147FA-B8CF-19E3-B2D5-56E5250E57CF}"/>
          </ac:graphicFrameMkLst>
        </pc:graphicFrameChg>
        <pc:cxnChg chg="add mod">
          <ac:chgData name="Meijden, William van der" userId="936082d1-b391-4831-9b18-969e6ea4140e" providerId="ADAL" clId="{A51E778C-228C-4BFD-BA5F-D56B1B5A0CD4}" dt="2026-03-31T10:16:05.854" v="45427"/>
          <ac:cxnSpMkLst>
            <pc:docMk/>
            <pc:sldMk cId="2849673948" sldId="304"/>
            <ac:cxnSpMk id="7" creationId="{80B852C9-2177-B8D1-9E14-4C490CED0E73}"/>
          </ac:cxnSpMkLst>
        </pc:cxnChg>
        <pc:cxnChg chg="add mod">
          <ac:chgData name="Meijden, William van der" userId="936082d1-b391-4831-9b18-969e6ea4140e" providerId="ADAL" clId="{A51E778C-228C-4BFD-BA5F-D56B1B5A0CD4}" dt="2026-03-31T10:16:05.854" v="45427"/>
          <ac:cxnSpMkLst>
            <pc:docMk/>
            <pc:sldMk cId="2849673948" sldId="304"/>
            <ac:cxnSpMk id="8" creationId="{FF127B41-CA9A-FEBF-2B9C-1D5E60A2A1DB}"/>
          </ac:cxnSpMkLst>
        </pc:cxnChg>
      </pc:sldChg>
      <pc:sldChg chg="addSp delSp modSp add mod modNotesTx">
        <pc:chgData name="Meijden, William van der" userId="936082d1-b391-4831-9b18-969e6ea4140e" providerId="ADAL" clId="{A51E778C-228C-4BFD-BA5F-D56B1B5A0CD4}" dt="2026-03-24T15:24:26.734" v="37576" actId="20577"/>
        <pc:sldMkLst>
          <pc:docMk/>
          <pc:sldMk cId="2887232992" sldId="306"/>
        </pc:sldMkLst>
        <pc:spChg chg="mod">
          <ac:chgData name="Meijden, William van der" userId="936082d1-b391-4831-9b18-969e6ea4140e" providerId="ADAL" clId="{A51E778C-228C-4BFD-BA5F-D56B1B5A0CD4}" dt="2026-03-11T10:29:44.216" v="12636" actId="20577"/>
          <ac:spMkLst>
            <pc:docMk/>
            <pc:sldMk cId="2887232992" sldId="306"/>
            <ac:spMk id="2" creationId="{638D8985-C052-A138-23F8-441F2E71C923}"/>
          </ac:spMkLst>
        </pc:spChg>
        <pc:picChg chg="add mod">
          <ac:chgData name="Meijden, William van der" userId="936082d1-b391-4831-9b18-969e6ea4140e" providerId="ADAL" clId="{A51E778C-228C-4BFD-BA5F-D56B1B5A0CD4}" dt="2026-03-23T10:49:52.404" v="25149" actId="1076"/>
          <ac:picMkLst>
            <pc:docMk/>
            <pc:sldMk cId="2887232992" sldId="306"/>
            <ac:picMk id="6" creationId="{1C8F4BA7-432B-720A-42A3-9F824FF428F5}"/>
          </ac:picMkLst>
        </pc:picChg>
      </pc:sldChg>
      <pc:sldChg chg="addSp delSp modSp add mod">
        <pc:chgData name="Meijden, William van der" userId="936082d1-b391-4831-9b18-969e6ea4140e" providerId="ADAL" clId="{A51E778C-228C-4BFD-BA5F-D56B1B5A0CD4}" dt="2026-04-01T08:44:12.981" v="46836" actId="1076"/>
        <pc:sldMkLst>
          <pc:docMk/>
          <pc:sldMk cId="982859460" sldId="309"/>
        </pc:sldMkLst>
        <pc:spChg chg="mod">
          <ac:chgData name="Meijden, William van der" userId="936082d1-b391-4831-9b18-969e6ea4140e" providerId="ADAL" clId="{A51E778C-228C-4BFD-BA5F-D56B1B5A0CD4}" dt="2026-03-23T10:38:08.081" v="24837" actId="20577"/>
          <ac:spMkLst>
            <pc:docMk/>
            <pc:sldMk cId="982859460" sldId="309"/>
            <ac:spMk id="2" creationId="{A8ABF827-FBA1-A42B-A207-6F2719D724BF}"/>
          </ac:spMkLst>
        </pc:spChg>
        <pc:spChg chg="add mod">
          <ac:chgData name="Meijden, William van der" userId="936082d1-b391-4831-9b18-969e6ea4140e" providerId="ADAL" clId="{A51E778C-228C-4BFD-BA5F-D56B1B5A0CD4}" dt="2026-03-23T10:38:16.776" v="24854" actId="20577"/>
          <ac:spMkLst>
            <pc:docMk/>
            <pc:sldMk cId="982859460" sldId="309"/>
            <ac:spMk id="3" creationId="{EEF36D8A-1E65-63E2-9206-D271EFEBB1F1}"/>
          </ac:spMkLst>
        </pc:spChg>
        <pc:spChg chg="add mod">
          <ac:chgData name="Meijden, William van der" userId="936082d1-b391-4831-9b18-969e6ea4140e" providerId="ADAL" clId="{A51E778C-228C-4BFD-BA5F-D56B1B5A0CD4}" dt="2026-03-23T10:21:56.198" v="24674" actId="1076"/>
          <ac:spMkLst>
            <pc:docMk/>
            <pc:sldMk cId="982859460" sldId="309"/>
            <ac:spMk id="8" creationId="{BD17DF63-F117-2E9A-3A34-25C8BD01E09E}"/>
          </ac:spMkLst>
        </pc:spChg>
        <pc:spChg chg="add mod">
          <ac:chgData name="Meijden, William van der" userId="936082d1-b391-4831-9b18-969e6ea4140e" providerId="ADAL" clId="{A51E778C-228C-4BFD-BA5F-D56B1B5A0CD4}" dt="2026-03-11T10:42:15.365" v="12682" actId="1076"/>
          <ac:spMkLst>
            <pc:docMk/>
            <pc:sldMk cId="982859460" sldId="309"/>
            <ac:spMk id="12" creationId="{3557755D-5758-7FA0-F3AC-B1F03ABCCC0C}"/>
          </ac:spMkLst>
        </pc:spChg>
        <pc:spChg chg="add mod">
          <ac:chgData name="Meijden, William van der" userId="936082d1-b391-4831-9b18-969e6ea4140e" providerId="ADAL" clId="{A51E778C-228C-4BFD-BA5F-D56B1B5A0CD4}" dt="2026-03-23T10:22:04.980" v="24675" actId="1076"/>
          <ac:spMkLst>
            <pc:docMk/>
            <pc:sldMk cId="982859460" sldId="309"/>
            <ac:spMk id="21" creationId="{C4D0ACF3-03CE-CA83-1B27-6360F23EE0E1}"/>
          </ac:spMkLst>
        </pc:spChg>
        <pc:graphicFrameChg chg="add mod modGraphic">
          <ac:chgData name="Meijden, William van der" userId="936082d1-b391-4831-9b18-969e6ea4140e" providerId="ADAL" clId="{A51E778C-228C-4BFD-BA5F-D56B1B5A0CD4}" dt="2026-03-23T10:21:56.198" v="24674" actId="1076"/>
          <ac:graphicFrameMkLst>
            <pc:docMk/>
            <pc:sldMk cId="982859460" sldId="309"/>
            <ac:graphicFrameMk id="18" creationId="{77888D3C-969E-6D68-5222-392E189AA6A4}"/>
          </ac:graphicFrameMkLst>
        </pc:graphicFrameChg>
        <pc:graphicFrameChg chg="add mod modGraphic">
          <ac:chgData name="Meijden, William van der" userId="936082d1-b391-4831-9b18-969e6ea4140e" providerId="ADAL" clId="{A51E778C-228C-4BFD-BA5F-D56B1B5A0CD4}" dt="2026-03-23T10:22:04.980" v="24675" actId="1076"/>
          <ac:graphicFrameMkLst>
            <pc:docMk/>
            <pc:sldMk cId="982859460" sldId="309"/>
            <ac:graphicFrameMk id="20" creationId="{355C1DDC-890B-C3D6-4025-E290F781CED8}"/>
          </ac:graphicFrameMkLst>
        </pc:graphicFrameChg>
        <pc:picChg chg="add mod">
          <ac:chgData name="Meijden, William van der" userId="936082d1-b391-4831-9b18-969e6ea4140e" providerId="ADAL" clId="{A51E778C-228C-4BFD-BA5F-D56B1B5A0CD4}" dt="2026-04-01T08:44:12.981" v="46836" actId="1076"/>
          <ac:picMkLst>
            <pc:docMk/>
            <pc:sldMk cId="982859460" sldId="309"/>
            <ac:picMk id="6" creationId="{05EC1865-9021-FC76-1F2D-905371A8E848}"/>
          </ac:picMkLst>
        </pc:picChg>
        <pc:cxnChg chg="add mod">
          <ac:chgData name="Meijden, William van der" userId="936082d1-b391-4831-9b18-969e6ea4140e" providerId="ADAL" clId="{A51E778C-228C-4BFD-BA5F-D56B1B5A0CD4}" dt="2026-03-11T10:42:15.365" v="12682" actId="1076"/>
          <ac:cxnSpMkLst>
            <pc:docMk/>
            <pc:sldMk cId="982859460" sldId="309"/>
            <ac:cxnSpMk id="14" creationId="{1A669F8F-A75F-0FB4-3775-7263F5C68D3D}"/>
          </ac:cxnSpMkLst>
        </pc:cxnChg>
      </pc:sldChg>
      <pc:sldChg chg="addSp delSp modSp add mod ord modNotesTx">
        <pc:chgData name="Meijden, William van der" userId="936082d1-b391-4831-9b18-969e6ea4140e" providerId="ADAL" clId="{A51E778C-228C-4BFD-BA5F-D56B1B5A0CD4}" dt="2026-04-04T11:03:05.793" v="48961" actId="1076"/>
        <pc:sldMkLst>
          <pc:docMk/>
          <pc:sldMk cId="691245667" sldId="313"/>
        </pc:sldMkLst>
        <pc:spChg chg="mod">
          <ac:chgData name="Meijden, William van der" userId="936082d1-b391-4831-9b18-969e6ea4140e" providerId="ADAL" clId="{A51E778C-228C-4BFD-BA5F-D56B1B5A0CD4}" dt="2026-03-25T16:19:34.051" v="40007"/>
          <ac:spMkLst>
            <pc:docMk/>
            <pc:sldMk cId="691245667" sldId="313"/>
            <ac:spMk id="2" creationId="{1B7B8800-DA24-345D-4024-A1046D947D7E}"/>
          </ac:spMkLst>
        </pc:spChg>
        <pc:spChg chg="add del mod">
          <ac:chgData name="Meijden, William van der" userId="936082d1-b391-4831-9b18-969e6ea4140e" providerId="ADAL" clId="{A51E778C-228C-4BFD-BA5F-D56B1B5A0CD4}" dt="2026-04-04T11:02:57.607" v="48960" actId="27636"/>
          <ac:spMkLst>
            <pc:docMk/>
            <pc:sldMk cId="691245667" sldId="313"/>
            <ac:spMk id="3" creationId="{F21E8E89-11D0-4AA9-85F2-A3AE856C5B12}"/>
          </ac:spMkLst>
        </pc:spChg>
        <pc:spChg chg="add">
          <ac:chgData name="Meijden, William van der" userId="936082d1-b391-4831-9b18-969e6ea4140e" providerId="ADAL" clId="{A51E778C-228C-4BFD-BA5F-D56B1B5A0CD4}" dt="2026-03-31T09:47:40.800" v="44975"/>
          <ac:spMkLst>
            <pc:docMk/>
            <pc:sldMk cId="691245667" sldId="313"/>
            <ac:spMk id="5" creationId="{13DD3154-1D0D-9DCA-6A78-5DDADE4B1475}"/>
          </ac:spMkLst>
        </pc:spChg>
        <pc:spChg chg="add del mod">
          <ac:chgData name="Meijden, William van der" userId="936082d1-b391-4831-9b18-969e6ea4140e" providerId="ADAL" clId="{A51E778C-228C-4BFD-BA5F-D56B1B5A0CD4}" dt="2026-04-04T11:02:52.249" v="48958" actId="478"/>
          <ac:spMkLst>
            <pc:docMk/>
            <pc:sldMk cId="691245667" sldId="313"/>
            <ac:spMk id="8" creationId="{D89C3655-380E-3DB1-6DDB-66DFE888968B}"/>
          </ac:spMkLst>
        </pc:spChg>
        <pc:graphicFrameChg chg="add mod">
          <ac:chgData name="Meijden, William van der" userId="936082d1-b391-4831-9b18-969e6ea4140e" providerId="ADAL" clId="{A51E778C-228C-4BFD-BA5F-D56B1B5A0CD4}" dt="2026-04-04T11:03:05.793" v="48961" actId="1076"/>
          <ac:graphicFrameMkLst>
            <pc:docMk/>
            <pc:sldMk cId="691245667" sldId="313"/>
            <ac:graphicFrameMk id="7" creationId="{088395C5-7A2D-EA1D-563D-B2BC78D79954}"/>
          </ac:graphicFrameMkLst>
        </pc:graphicFrameChg>
        <pc:picChg chg="add mod">
          <ac:chgData name="Meijden, William van der" userId="936082d1-b391-4831-9b18-969e6ea4140e" providerId="ADAL" clId="{A51E778C-228C-4BFD-BA5F-D56B1B5A0CD4}" dt="2026-03-31T09:47:36.351" v="44974" actId="1076"/>
          <ac:picMkLst>
            <pc:docMk/>
            <pc:sldMk cId="691245667" sldId="313"/>
            <ac:picMk id="4" creationId="{4662C9A8-C268-3221-5AAE-26FC2A51104E}"/>
          </ac:picMkLst>
        </pc:picChg>
        <pc:picChg chg="add mod">
          <ac:chgData name="Meijden, William van der" userId="936082d1-b391-4831-9b18-969e6ea4140e" providerId="ADAL" clId="{A51E778C-228C-4BFD-BA5F-D56B1B5A0CD4}" dt="2026-03-31T09:47:49.490" v="44979" actId="1076"/>
          <ac:picMkLst>
            <pc:docMk/>
            <pc:sldMk cId="691245667" sldId="313"/>
            <ac:picMk id="6" creationId="{9A05A6DE-9E6D-6595-1F47-3478E178BCFC}"/>
          </ac:picMkLst>
        </pc:picChg>
      </pc:sldChg>
      <pc:sldChg chg="addSp delSp modSp add mod modAnim">
        <pc:chgData name="Meijden, William van der" userId="936082d1-b391-4831-9b18-969e6ea4140e" providerId="ADAL" clId="{A51E778C-228C-4BFD-BA5F-D56B1B5A0CD4}" dt="2026-04-02T10:59:32.860" v="48445" actId="27636"/>
        <pc:sldMkLst>
          <pc:docMk/>
          <pc:sldMk cId="420473407" sldId="321"/>
        </pc:sldMkLst>
        <pc:spChg chg="mod">
          <ac:chgData name="Meijden, William van der" userId="936082d1-b391-4831-9b18-969e6ea4140e" providerId="ADAL" clId="{A51E778C-228C-4BFD-BA5F-D56B1B5A0CD4}" dt="2026-03-11T11:12:43.721" v="13212" actId="20577"/>
          <ac:spMkLst>
            <pc:docMk/>
            <pc:sldMk cId="420473407" sldId="321"/>
            <ac:spMk id="2" creationId="{E9209B5F-B480-7C32-D1F3-A97152D3DF91}"/>
          </ac:spMkLst>
        </pc:spChg>
        <pc:spChg chg="mod">
          <ac:chgData name="Meijden, William van der" userId="936082d1-b391-4831-9b18-969e6ea4140e" providerId="ADAL" clId="{A51E778C-228C-4BFD-BA5F-D56B1B5A0CD4}" dt="2026-04-02T10:59:32.860" v="48445" actId="27636"/>
          <ac:spMkLst>
            <pc:docMk/>
            <pc:sldMk cId="420473407" sldId="321"/>
            <ac:spMk id="3" creationId="{6FDCC968-2341-4770-1C31-7D7C2BB8D820}"/>
          </ac:spMkLst>
        </pc:spChg>
        <pc:spChg chg="add mod">
          <ac:chgData name="Meijden, William van der" userId="936082d1-b391-4831-9b18-969e6ea4140e" providerId="ADAL" clId="{A51E778C-228C-4BFD-BA5F-D56B1B5A0CD4}" dt="2026-04-02T09:21:38.246" v="48382" actId="1076"/>
          <ac:spMkLst>
            <pc:docMk/>
            <pc:sldMk cId="420473407" sldId="321"/>
            <ac:spMk id="9" creationId="{727DC8CB-FBF6-3509-2422-576904718F7F}"/>
          </ac:spMkLst>
        </pc:spChg>
        <pc:spChg chg="add mod">
          <ac:chgData name="Meijden, William van der" userId="936082d1-b391-4831-9b18-969e6ea4140e" providerId="ADAL" clId="{A51E778C-228C-4BFD-BA5F-D56B1B5A0CD4}" dt="2026-03-11T11:24:53.915" v="13582" actId="20577"/>
          <ac:spMkLst>
            <pc:docMk/>
            <pc:sldMk cId="420473407" sldId="321"/>
            <ac:spMk id="13" creationId="{9D81F9EA-4D43-0A37-EF92-5A32F1B2F656}"/>
          </ac:spMkLst>
        </pc:spChg>
        <pc:spChg chg="add mod">
          <ac:chgData name="Meijden, William van der" userId="936082d1-b391-4831-9b18-969e6ea4140e" providerId="ADAL" clId="{A51E778C-228C-4BFD-BA5F-D56B1B5A0CD4}" dt="2026-03-23T10:22:39.410" v="24715" actId="20577"/>
          <ac:spMkLst>
            <pc:docMk/>
            <pc:sldMk cId="420473407" sldId="321"/>
            <ac:spMk id="15" creationId="{1318878C-51ED-4C84-0960-8E8F0B177574}"/>
          </ac:spMkLst>
        </pc:spChg>
        <pc:spChg chg="add mod">
          <ac:chgData name="Meijden, William van der" userId="936082d1-b391-4831-9b18-969e6ea4140e" providerId="ADAL" clId="{A51E778C-228C-4BFD-BA5F-D56B1B5A0CD4}" dt="2026-03-23T10:40:21.449" v="24895" actId="1076"/>
          <ac:spMkLst>
            <pc:docMk/>
            <pc:sldMk cId="420473407" sldId="321"/>
            <ac:spMk id="16" creationId="{988B041F-4FD2-647C-1F60-8BC691CF496F}"/>
          </ac:spMkLst>
        </pc:spChg>
        <pc:graphicFrameChg chg="add mod modGraphic">
          <ac:chgData name="Meijden, William van der" userId="936082d1-b391-4831-9b18-969e6ea4140e" providerId="ADAL" clId="{A51E778C-228C-4BFD-BA5F-D56B1B5A0CD4}" dt="2026-04-02T09:21:38.246" v="48382" actId="1076"/>
          <ac:graphicFrameMkLst>
            <pc:docMk/>
            <pc:sldMk cId="420473407" sldId="321"/>
            <ac:graphicFrameMk id="4" creationId="{DFD6815D-DEF4-4FF6-3878-7EDAA04B0F6A}"/>
          </ac:graphicFrameMkLst>
        </pc:graphicFrameChg>
        <pc:graphicFrameChg chg="add mod modGraphic">
          <ac:chgData name="Meijden, William van der" userId="936082d1-b391-4831-9b18-969e6ea4140e" providerId="ADAL" clId="{A51E778C-228C-4BFD-BA5F-D56B1B5A0CD4}" dt="2026-03-23T10:23:25.845" v="24750" actId="14100"/>
          <ac:graphicFrameMkLst>
            <pc:docMk/>
            <pc:sldMk cId="420473407" sldId="321"/>
            <ac:graphicFrameMk id="10" creationId="{37825578-44C5-8AA9-584B-0EA27B98B373}"/>
          </ac:graphicFrameMkLst>
        </pc:graphicFrameChg>
        <pc:cxnChg chg="add mod">
          <ac:chgData name="Meijden, William van der" userId="936082d1-b391-4831-9b18-969e6ea4140e" providerId="ADAL" clId="{A51E778C-228C-4BFD-BA5F-D56B1B5A0CD4}" dt="2026-03-23T10:40:05.974" v="24894" actId="13822"/>
          <ac:cxnSpMkLst>
            <pc:docMk/>
            <pc:sldMk cId="420473407" sldId="321"/>
            <ac:cxnSpMk id="22" creationId="{2E6E73E2-79DC-5A7E-8B37-FABF25AFF9E6}"/>
          </ac:cxnSpMkLst>
        </pc:cxnChg>
        <pc:cxnChg chg="add mod">
          <ac:chgData name="Meijden, William van der" userId="936082d1-b391-4831-9b18-969e6ea4140e" providerId="ADAL" clId="{A51E778C-228C-4BFD-BA5F-D56B1B5A0CD4}" dt="2026-03-23T10:40:05.974" v="24894" actId="13822"/>
          <ac:cxnSpMkLst>
            <pc:docMk/>
            <pc:sldMk cId="420473407" sldId="321"/>
            <ac:cxnSpMk id="24" creationId="{05B1DDBE-2AE6-6CA4-7D4B-CB9CEF0BE6AF}"/>
          </ac:cxnSpMkLst>
        </pc:cxnChg>
        <pc:cxnChg chg="add mod">
          <ac:chgData name="Meijden, William van der" userId="936082d1-b391-4831-9b18-969e6ea4140e" providerId="ADAL" clId="{A51E778C-228C-4BFD-BA5F-D56B1B5A0CD4}" dt="2026-03-23T10:40:05.974" v="24894" actId="13822"/>
          <ac:cxnSpMkLst>
            <pc:docMk/>
            <pc:sldMk cId="420473407" sldId="321"/>
            <ac:cxnSpMk id="26" creationId="{D3803990-AB46-E201-5E93-75754D651246}"/>
          </ac:cxnSpMkLst>
        </pc:cxnChg>
        <pc:cxnChg chg="add mod">
          <ac:chgData name="Meijden, William van der" userId="936082d1-b391-4831-9b18-969e6ea4140e" providerId="ADAL" clId="{A51E778C-228C-4BFD-BA5F-D56B1B5A0CD4}" dt="2026-03-23T10:40:21.449" v="24895" actId="1076"/>
          <ac:cxnSpMkLst>
            <pc:docMk/>
            <pc:sldMk cId="420473407" sldId="321"/>
            <ac:cxnSpMk id="30" creationId="{0955D0E7-9F9A-86E1-5025-23FB6A0B55B8}"/>
          </ac:cxnSpMkLst>
        </pc:cxnChg>
      </pc:sldChg>
      <pc:sldChg chg="modSp add del mod">
        <pc:chgData name="Meijden, William van der" userId="936082d1-b391-4831-9b18-969e6ea4140e" providerId="ADAL" clId="{A51E778C-228C-4BFD-BA5F-D56B1B5A0CD4}" dt="2026-03-25T16:21:27.445" v="40033" actId="404"/>
        <pc:sldMkLst>
          <pc:docMk/>
          <pc:sldMk cId="4041601246" sldId="322"/>
        </pc:sldMkLst>
        <pc:spChg chg="mod">
          <ac:chgData name="Meijden, William van der" userId="936082d1-b391-4831-9b18-969e6ea4140e" providerId="ADAL" clId="{A51E778C-228C-4BFD-BA5F-D56B1B5A0CD4}" dt="2026-03-23T10:38:29.610" v="24863" actId="20577"/>
          <ac:spMkLst>
            <pc:docMk/>
            <pc:sldMk cId="4041601246" sldId="322"/>
            <ac:spMk id="2" creationId="{63A02478-3704-C491-7A76-D94AB4179701}"/>
          </ac:spMkLst>
        </pc:spChg>
        <pc:spChg chg="mod">
          <ac:chgData name="Meijden, William van der" userId="936082d1-b391-4831-9b18-969e6ea4140e" providerId="ADAL" clId="{A51E778C-228C-4BFD-BA5F-D56B1B5A0CD4}" dt="2026-03-25T16:21:27.445" v="40033" actId="404"/>
          <ac:spMkLst>
            <pc:docMk/>
            <pc:sldMk cId="4041601246" sldId="322"/>
            <ac:spMk id="3" creationId="{07D5DA88-190C-065A-56C6-EFCA3EAC6036}"/>
          </ac:spMkLst>
        </pc:spChg>
        <pc:graphicFrameChg chg="mod modGraphic">
          <ac:chgData name="Meijden, William van der" userId="936082d1-b391-4831-9b18-969e6ea4140e" providerId="ADAL" clId="{A51E778C-228C-4BFD-BA5F-D56B1B5A0CD4}" dt="2026-03-23T10:39:36.624" v="24884" actId="20577"/>
          <ac:graphicFrameMkLst>
            <pc:docMk/>
            <pc:sldMk cId="4041601246" sldId="322"/>
            <ac:graphicFrameMk id="4" creationId="{3D6F8152-8EE3-3A13-B383-8F192446E16B}"/>
          </ac:graphicFrameMkLst>
        </pc:graphicFrameChg>
        <pc:graphicFrameChg chg="mod modGraphic">
          <ac:chgData name="Meijden, William van der" userId="936082d1-b391-4831-9b18-969e6ea4140e" providerId="ADAL" clId="{A51E778C-228C-4BFD-BA5F-D56B1B5A0CD4}" dt="2026-03-23T10:39:54.955" v="24893" actId="1076"/>
          <ac:graphicFrameMkLst>
            <pc:docMk/>
            <pc:sldMk cId="4041601246" sldId="322"/>
            <ac:graphicFrameMk id="5" creationId="{740D27A6-3D23-5350-C274-232FD7890EA0}"/>
          </ac:graphicFrameMkLst>
        </pc:graphicFrameChg>
        <pc:cxnChg chg="mod">
          <ac:chgData name="Meijden, William van der" userId="936082d1-b391-4831-9b18-969e6ea4140e" providerId="ADAL" clId="{A51E778C-228C-4BFD-BA5F-D56B1B5A0CD4}" dt="2026-03-17T11:16:24.188" v="19964" actId="1076"/>
          <ac:cxnSpMkLst>
            <pc:docMk/>
            <pc:sldMk cId="4041601246" sldId="322"/>
            <ac:cxnSpMk id="9" creationId="{E37D6EE0-2EC1-5E88-E0F9-F17197231102}"/>
          </ac:cxnSpMkLst>
        </pc:cxnChg>
      </pc:sldChg>
      <pc:sldChg chg="addSp delSp modSp add del mod delAnim modAnim">
        <pc:chgData name="Meijden, William van der" userId="936082d1-b391-4831-9b18-969e6ea4140e" providerId="ADAL" clId="{A51E778C-228C-4BFD-BA5F-D56B1B5A0CD4}" dt="2026-03-25T16:21:23.712" v="40032" actId="404"/>
        <pc:sldMkLst>
          <pc:docMk/>
          <pc:sldMk cId="1433697544" sldId="323"/>
        </pc:sldMkLst>
        <pc:spChg chg="mod">
          <ac:chgData name="Meijden, William van der" userId="936082d1-b391-4831-9b18-969e6ea4140e" providerId="ADAL" clId="{A51E778C-228C-4BFD-BA5F-D56B1B5A0CD4}" dt="2026-03-11T11:45:25.028" v="13907" actId="20577"/>
          <ac:spMkLst>
            <pc:docMk/>
            <pc:sldMk cId="1433697544" sldId="323"/>
            <ac:spMk id="2" creationId="{F71A56D3-4FD0-AFC1-D07C-DF61D4B21C4A}"/>
          </ac:spMkLst>
        </pc:spChg>
        <pc:spChg chg="mod">
          <ac:chgData name="Meijden, William van der" userId="936082d1-b391-4831-9b18-969e6ea4140e" providerId="ADAL" clId="{A51E778C-228C-4BFD-BA5F-D56B1B5A0CD4}" dt="2026-03-25T16:21:23.712" v="40032" actId="404"/>
          <ac:spMkLst>
            <pc:docMk/>
            <pc:sldMk cId="1433697544" sldId="323"/>
            <ac:spMk id="3" creationId="{4C92F3E2-FABD-0EB1-7A21-DFFF832863F3}"/>
          </ac:spMkLst>
        </pc:spChg>
        <pc:graphicFrameChg chg="add mod modGraphic">
          <ac:chgData name="Meijden, William van der" userId="936082d1-b391-4831-9b18-969e6ea4140e" providerId="ADAL" clId="{A51E778C-228C-4BFD-BA5F-D56B1B5A0CD4}" dt="2026-03-23T10:56:30.327" v="25223" actId="20577"/>
          <ac:graphicFrameMkLst>
            <pc:docMk/>
            <pc:sldMk cId="1433697544" sldId="323"/>
            <ac:graphicFrameMk id="4" creationId="{71E1462E-86D8-47C8-83AA-F6431AC4B869}"/>
          </ac:graphicFrameMkLst>
        </pc:graphicFrameChg>
        <pc:graphicFrameChg chg="mod modGraphic">
          <ac:chgData name="Meijden, William van der" userId="936082d1-b391-4831-9b18-969e6ea4140e" providerId="ADAL" clId="{A51E778C-228C-4BFD-BA5F-D56B1B5A0CD4}" dt="2026-03-23T10:23:00.297" v="24743" actId="20577"/>
          <ac:graphicFrameMkLst>
            <pc:docMk/>
            <pc:sldMk cId="1433697544" sldId="323"/>
            <ac:graphicFrameMk id="10" creationId="{ABD00307-F992-7A00-7798-480ABE0467EE}"/>
          </ac:graphicFrameMkLst>
        </pc:graphicFrameChg>
      </pc:sldChg>
      <pc:sldChg chg="addSp delSp modSp add mod setBg modNotesTx">
        <pc:chgData name="Meijden, William van der" userId="936082d1-b391-4831-9b18-969e6ea4140e" providerId="ADAL" clId="{A51E778C-228C-4BFD-BA5F-D56B1B5A0CD4}" dt="2026-04-02T07:32:45.112" v="48136" actId="20577"/>
        <pc:sldMkLst>
          <pc:docMk/>
          <pc:sldMk cId="1785358055" sldId="324"/>
        </pc:sldMkLst>
        <pc:graphicFrameChg chg="add mod">
          <ac:chgData name="Meijden, William van der" userId="936082d1-b391-4831-9b18-969e6ea4140e" providerId="ADAL" clId="{A51E778C-228C-4BFD-BA5F-D56B1B5A0CD4}" dt="2026-04-02T07:32:14.566" v="48069" actId="1957"/>
          <ac:graphicFrameMkLst>
            <pc:docMk/>
            <pc:sldMk cId="1785358055" sldId="324"/>
            <ac:graphicFrameMk id="3" creationId="{0683ABA4-13E9-F02E-DA86-CCCD69E5DE77}"/>
          </ac:graphicFrameMkLst>
        </pc:graphicFrameChg>
        <pc:graphicFrameChg chg="add mod">
          <ac:chgData name="Meijden, William van der" userId="936082d1-b391-4831-9b18-969e6ea4140e" providerId="ADAL" clId="{A51E778C-228C-4BFD-BA5F-D56B1B5A0CD4}" dt="2026-04-02T07:32:45.112" v="48136" actId="20577"/>
          <ac:graphicFrameMkLst>
            <pc:docMk/>
            <pc:sldMk cId="1785358055" sldId="324"/>
            <ac:graphicFrameMk id="4" creationId="{7BB34C84-763B-1161-26DE-698EA346F49A}"/>
          </ac:graphicFrameMkLst>
        </pc:graphicFrameChg>
      </pc:sldChg>
      <pc:sldChg chg="add del">
        <pc:chgData name="Meijden, William van der" userId="936082d1-b391-4831-9b18-969e6ea4140e" providerId="ADAL" clId="{A51E778C-228C-4BFD-BA5F-D56B1B5A0CD4}" dt="2026-03-24T10:53:10.676" v="28445" actId="47"/>
        <pc:sldMkLst>
          <pc:docMk/>
          <pc:sldMk cId="4062075723" sldId="327"/>
        </pc:sldMkLst>
      </pc:sldChg>
      <pc:sldChg chg="addSp delSp modSp add mod ord modNotesTx">
        <pc:chgData name="Meijden, William van der" userId="936082d1-b391-4831-9b18-969e6ea4140e" providerId="ADAL" clId="{A51E778C-228C-4BFD-BA5F-D56B1B5A0CD4}" dt="2026-04-04T10:08:55.743" v="48866" actId="20577"/>
        <pc:sldMkLst>
          <pc:docMk/>
          <pc:sldMk cId="3774888139" sldId="328"/>
        </pc:sldMkLst>
        <pc:spChg chg="mod">
          <ac:chgData name="Meijden, William van der" userId="936082d1-b391-4831-9b18-969e6ea4140e" providerId="ADAL" clId="{A51E778C-228C-4BFD-BA5F-D56B1B5A0CD4}" dt="2026-03-24T10:53:12.336" v="28449"/>
          <ac:spMkLst>
            <pc:docMk/>
            <pc:sldMk cId="3774888139" sldId="328"/>
            <ac:spMk id="2" creationId="{A4943B36-CC0D-2DE3-9D75-8E853F1743EE}"/>
          </ac:spMkLst>
        </pc:spChg>
        <pc:spChg chg="add mod">
          <ac:chgData name="Meijden, William van der" userId="936082d1-b391-4831-9b18-969e6ea4140e" providerId="ADAL" clId="{A51E778C-228C-4BFD-BA5F-D56B1B5A0CD4}" dt="2026-04-04T10:08:55.743" v="48866" actId="20577"/>
          <ac:spMkLst>
            <pc:docMk/>
            <pc:sldMk cId="3774888139" sldId="328"/>
            <ac:spMk id="6" creationId="{131FD9BF-274B-F175-9D95-407CD949E62F}"/>
          </ac:spMkLst>
        </pc:spChg>
        <pc:picChg chg="add mod">
          <ac:chgData name="Meijden, William van der" userId="936082d1-b391-4831-9b18-969e6ea4140e" providerId="ADAL" clId="{A51E778C-228C-4BFD-BA5F-D56B1B5A0CD4}" dt="2026-04-01T11:34:12.183" v="47631" actId="1076"/>
          <ac:picMkLst>
            <pc:docMk/>
            <pc:sldMk cId="3774888139" sldId="328"/>
            <ac:picMk id="4" creationId="{EF4D6D8B-41B8-35D5-BDF8-C81960621460}"/>
          </ac:picMkLst>
        </pc:picChg>
        <pc:picChg chg="add mod modCrop">
          <ac:chgData name="Meijden, William van der" userId="936082d1-b391-4831-9b18-969e6ea4140e" providerId="ADAL" clId="{A51E778C-228C-4BFD-BA5F-D56B1B5A0CD4}" dt="2026-04-01T11:34:18.102" v="47633" actId="1076"/>
          <ac:picMkLst>
            <pc:docMk/>
            <pc:sldMk cId="3774888139" sldId="328"/>
            <ac:picMk id="8" creationId="{7970CB40-FEA0-EDC0-AD16-E01BE8331A2A}"/>
          </ac:picMkLst>
        </pc:picChg>
      </pc:sldChg>
      <pc:sldChg chg="modSp add del mod ord">
        <pc:chgData name="Meijden, William van der" userId="936082d1-b391-4831-9b18-969e6ea4140e" providerId="ADAL" clId="{A51E778C-228C-4BFD-BA5F-D56B1B5A0CD4}" dt="2026-03-25T15:46:24.202" v="39186"/>
        <pc:sldMkLst>
          <pc:docMk/>
          <pc:sldMk cId="1430579356" sldId="329"/>
        </pc:sldMkLst>
        <pc:spChg chg="mod">
          <ac:chgData name="Meijden, William van der" userId="936082d1-b391-4831-9b18-969e6ea4140e" providerId="ADAL" clId="{A51E778C-228C-4BFD-BA5F-D56B1B5A0CD4}" dt="2026-03-17T10:25:33.493" v="17789" actId="20577"/>
          <ac:spMkLst>
            <pc:docMk/>
            <pc:sldMk cId="1430579356" sldId="329"/>
            <ac:spMk id="2" creationId="{32DA9E5E-BF91-764B-03B1-F550663DCC94}"/>
          </ac:spMkLst>
        </pc:spChg>
      </pc:sldChg>
      <pc:sldChg chg="addSp delSp modSp add mod ord setBg modNotesTx">
        <pc:chgData name="Meijden, William van der" userId="936082d1-b391-4831-9b18-969e6ea4140e" providerId="ADAL" clId="{A51E778C-228C-4BFD-BA5F-D56B1B5A0CD4}" dt="2026-04-04T10:08:35.163" v="48859" actId="20577"/>
        <pc:sldMkLst>
          <pc:docMk/>
          <pc:sldMk cId="3466738749" sldId="330"/>
        </pc:sldMkLst>
        <pc:spChg chg="mod">
          <ac:chgData name="Meijden, William van der" userId="936082d1-b391-4831-9b18-969e6ea4140e" providerId="ADAL" clId="{A51E778C-228C-4BFD-BA5F-D56B1B5A0CD4}" dt="2026-03-25T15:59:45.658" v="39793"/>
          <ac:spMkLst>
            <pc:docMk/>
            <pc:sldMk cId="3466738749" sldId="330"/>
            <ac:spMk id="2" creationId="{42B51F43-8BD0-5208-B0D6-CDB9FDC7C0AB}"/>
          </ac:spMkLst>
        </pc:spChg>
        <pc:spChg chg="add mod">
          <ac:chgData name="Meijden, William van der" userId="936082d1-b391-4831-9b18-969e6ea4140e" providerId="ADAL" clId="{A51E778C-228C-4BFD-BA5F-D56B1B5A0CD4}" dt="2026-04-04T10:08:35.163" v="48859" actId="20577"/>
          <ac:spMkLst>
            <pc:docMk/>
            <pc:sldMk cId="3466738749" sldId="330"/>
            <ac:spMk id="5" creationId="{DA82A1D3-5D06-5FD8-F15C-55D88BB9D0D4}"/>
          </ac:spMkLst>
        </pc:spChg>
        <pc:spChg chg="mod">
          <ac:chgData name="Meijden, William van der" userId="936082d1-b391-4831-9b18-969e6ea4140e" providerId="ADAL" clId="{A51E778C-228C-4BFD-BA5F-D56B1B5A0CD4}" dt="2026-03-17T10:49:18.074" v="19377" actId="20577"/>
          <ac:spMkLst>
            <pc:docMk/>
            <pc:sldMk cId="3466738749" sldId="330"/>
            <ac:spMk id="6" creationId="{B7541B09-3257-668B-3593-846A9F2AE3AB}"/>
          </ac:spMkLst>
        </pc:spChg>
        <pc:picChg chg="add del mod">
          <ac:chgData name="Meijden, William van der" userId="936082d1-b391-4831-9b18-969e6ea4140e" providerId="ADAL" clId="{A51E778C-228C-4BFD-BA5F-D56B1B5A0CD4}" dt="2026-03-25T16:01:41.251" v="39798" actId="1076"/>
          <ac:picMkLst>
            <pc:docMk/>
            <pc:sldMk cId="3466738749" sldId="330"/>
            <ac:picMk id="4" creationId="{A1E18857-9928-2676-4222-2B72874022C2}"/>
          </ac:picMkLst>
        </pc:picChg>
      </pc:sldChg>
      <pc:sldChg chg="addSp delSp modSp add mod modNotesTx">
        <pc:chgData name="Meijden, William van der" userId="936082d1-b391-4831-9b18-969e6ea4140e" providerId="ADAL" clId="{A51E778C-228C-4BFD-BA5F-D56B1B5A0CD4}" dt="2026-04-04T10:08:49.683" v="48864" actId="20577"/>
        <pc:sldMkLst>
          <pc:docMk/>
          <pc:sldMk cId="3145024843" sldId="333"/>
        </pc:sldMkLst>
        <pc:spChg chg="add del mod">
          <ac:chgData name="Meijden, William van der" userId="936082d1-b391-4831-9b18-969e6ea4140e" providerId="ADAL" clId="{A51E778C-228C-4BFD-BA5F-D56B1B5A0CD4}" dt="2026-03-25T16:03:48.747" v="39809" actId="404"/>
          <ac:spMkLst>
            <pc:docMk/>
            <pc:sldMk cId="3145024843" sldId="333"/>
            <ac:spMk id="2" creationId="{0CC9B7D0-6117-1BF6-00E1-D9315402A224}"/>
          </ac:spMkLst>
        </pc:spChg>
        <pc:spChg chg="mod">
          <ac:chgData name="Meijden, William van der" userId="936082d1-b391-4831-9b18-969e6ea4140e" providerId="ADAL" clId="{A51E778C-228C-4BFD-BA5F-D56B1B5A0CD4}" dt="2026-04-04T10:08:49.683" v="48864" actId="20577"/>
          <ac:spMkLst>
            <pc:docMk/>
            <pc:sldMk cId="3145024843" sldId="333"/>
            <ac:spMk id="6" creationId="{DFC4DB84-B67B-D326-1E55-015AED20F983}"/>
          </ac:spMkLst>
        </pc:spChg>
        <pc:picChg chg="add mod">
          <ac:chgData name="Meijden, William van der" userId="936082d1-b391-4831-9b18-969e6ea4140e" providerId="ADAL" clId="{A51E778C-228C-4BFD-BA5F-D56B1B5A0CD4}" dt="2026-03-30T14:28:23.592" v="44442" actId="1076"/>
          <ac:picMkLst>
            <pc:docMk/>
            <pc:sldMk cId="3145024843" sldId="333"/>
            <ac:picMk id="4" creationId="{D2291B86-DB8F-B642-83E0-4F101CEBDABD}"/>
          </ac:picMkLst>
        </pc:picChg>
      </pc:sldChg>
      <pc:sldChg chg="addSp delSp modSp add mod ord modNotesTx">
        <pc:chgData name="Meijden, William van der" userId="936082d1-b391-4831-9b18-969e6ea4140e" providerId="ADAL" clId="{A51E778C-228C-4BFD-BA5F-D56B1B5A0CD4}" dt="2026-04-04T10:08:24.722" v="48857" actId="20577"/>
        <pc:sldMkLst>
          <pc:docMk/>
          <pc:sldMk cId="1613021623" sldId="334"/>
        </pc:sldMkLst>
        <pc:spChg chg="mod">
          <ac:chgData name="Meijden, William van der" userId="936082d1-b391-4831-9b18-969e6ea4140e" providerId="ADAL" clId="{A51E778C-228C-4BFD-BA5F-D56B1B5A0CD4}" dt="2026-03-25T15:50:38.473" v="39296"/>
          <ac:spMkLst>
            <pc:docMk/>
            <pc:sldMk cId="1613021623" sldId="334"/>
            <ac:spMk id="2" creationId="{9CE656C0-FDCC-457F-ADE6-384A4D7E5E41}"/>
          </ac:spMkLst>
        </pc:spChg>
        <pc:spChg chg="mod">
          <ac:chgData name="Meijden, William van der" userId="936082d1-b391-4831-9b18-969e6ea4140e" providerId="ADAL" clId="{A51E778C-228C-4BFD-BA5F-D56B1B5A0CD4}" dt="2026-04-04T10:08:24.722" v="48857" actId="20577"/>
          <ac:spMkLst>
            <pc:docMk/>
            <pc:sldMk cId="1613021623" sldId="334"/>
            <ac:spMk id="6" creationId="{E7B72B68-A66D-1EDB-1C3C-20AEC23FA4C6}"/>
          </ac:spMkLst>
        </pc:spChg>
        <pc:picChg chg="add mod">
          <ac:chgData name="Meijden, William van der" userId="936082d1-b391-4831-9b18-969e6ea4140e" providerId="ADAL" clId="{A51E778C-228C-4BFD-BA5F-D56B1B5A0CD4}" dt="2026-04-02T14:31:04.165" v="48813" actId="1076"/>
          <ac:picMkLst>
            <pc:docMk/>
            <pc:sldMk cId="1613021623" sldId="334"/>
            <ac:picMk id="7" creationId="{F2B8E429-C920-F24D-1A1E-41F58AE08BAA}"/>
          </ac:picMkLst>
        </pc:picChg>
        <pc:picChg chg="add mod">
          <ac:chgData name="Meijden, William van der" userId="936082d1-b391-4831-9b18-969e6ea4140e" providerId="ADAL" clId="{A51E778C-228C-4BFD-BA5F-D56B1B5A0CD4}" dt="2026-04-02T14:31:06.747" v="48814" actId="1076"/>
          <ac:picMkLst>
            <pc:docMk/>
            <pc:sldMk cId="1613021623" sldId="334"/>
            <ac:picMk id="9" creationId="{9CE8A775-5B1B-D856-3E99-65A631538C0B}"/>
          </ac:picMkLst>
        </pc:picChg>
      </pc:sldChg>
      <pc:sldChg chg="addSp delSp modSp add mod modNotesTx">
        <pc:chgData name="Meijden, William van der" userId="936082d1-b391-4831-9b18-969e6ea4140e" providerId="ADAL" clId="{A51E778C-228C-4BFD-BA5F-D56B1B5A0CD4}" dt="2026-03-31T10:31:14.007" v="45870" actId="20577"/>
        <pc:sldMkLst>
          <pc:docMk/>
          <pc:sldMk cId="3496156329" sldId="335"/>
        </pc:sldMkLst>
        <pc:spChg chg="mod">
          <ac:chgData name="Meijden, William van der" userId="936082d1-b391-4831-9b18-969e6ea4140e" providerId="ADAL" clId="{A51E778C-228C-4BFD-BA5F-D56B1B5A0CD4}" dt="2026-03-24T14:06:53.941" v="37094" actId="120"/>
          <ac:spMkLst>
            <pc:docMk/>
            <pc:sldMk cId="3496156329" sldId="335"/>
            <ac:spMk id="2" creationId="{4A1BC7C0-6CF6-3AE5-DF77-E9FABC7ECC25}"/>
          </ac:spMkLst>
        </pc:spChg>
        <pc:spChg chg="mod">
          <ac:chgData name="Meijden, William van der" userId="936082d1-b391-4831-9b18-969e6ea4140e" providerId="ADAL" clId="{A51E778C-228C-4BFD-BA5F-D56B1B5A0CD4}" dt="2026-03-26T09:28:07.231" v="40338" actId="20577"/>
          <ac:spMkLst>
            <pc:docMk/>
            <pc:sldMk cId="3496156329" sldId="335"/>
            <ac:spMk id="3" creationId="{DF3DFA10-3485-C179-B3D4-75E1506DFF2E}"/>
          </ac:spMkLst>
        </pc:spChg>
        <pc:spChg chg="add mod">
          <ac:chgData name="Meijden, William van der" userId="936082d1-b391-4831-9b18-969e6ea4140e" providerId="ADAL" clId="{A51E778C-228C-4BFD-BA5F-D56B1B5A0CD4}" dt="2026-03-31T10:31:14.007" v="45870" actId="20577"/>
          <ac:spMkLst>
            <pc:docMk/>
            <pc:sldMk cId="3496156329" sldId="335"/>
            <ac:spMk id="4" creationId="{830533FA-A436-65B2-F14B-AED8D78299F7}"/>
          </ac:spMkLst>
        </pc:spChg>
      </pc:sldChg>
      <pc:sldChg chg="addSp delSp modSp add mod modNotesTx">
        <pc:chgData name="Meijden, William van der" userId="936082d1-b391-4831-9b18-969e6ea4140e" providerId="ADAL" clId="{A51E778C-228C-4BFD-BA5F-D56B1B5A0CD4}" dt="2026-04-01T11:30:03.849" v="47324" actId="20577"/>
        <pc:sldMkLst>
          <pc:docMk/>
          <pc:sldMk cId="2761475049" sldId="336"/>
        </pc:sldMkLst>
        <pc:spChg chg="mod">
          <ac:chgData name="Meijden, William van der" userId="936082d1-b391-4831-9b18-969e6ea4140e" providerId="ADAL" clId="{A51E778C-228C-4BFD-BA5F-D56B1B5A0CD4}" dt="2026-03-19T12:10:36.682" v="23035" actId="1076"/>
          <ac:spMkLst>
            <pc:docMk/>
            <pc:sldMk cId="2761475049" sldId="336"/>
            <ac:spMk id="2" creationId="{D6C9254B-72C3-CF6B-7E3E-42FE29B1E718}"/>
          </ac:spMkLst>
        </pc:spChg>
        <pc:spChg chg="add mod">
          <ac:chgData name="Meijden, William van der" userId="936082d1-b391-4831-9b18-969e6ea4140e" providerId="ADAL" clId="{A51E778C-228C-4BFD-BA5F-D56B1B5A0CD4}" dt="2026-04-01T11:30:03.849" v="47324" actId="20577"/>
          <ac:spMkLst>
            <pc:docMk/>
            <pc:sldMk cId="2761475049" sldId="336"/>
            <ac:spMk id="19" creationId="{B5B72958-97AC-286C-8FF9-EC46BC71626D}"/>
          </ac:spMkLst>
        </pc:spChg>
      </pc:sldChg>
      <pc:sldChg chg="addSp delSp modSp add mod">
        <pc:chgData name="Meijden, William van der" userId="936082d1-b391-4831-9b18-969e6ea4140e" providerId="ADAL" clId="{A51E778C-228C-4BFD-BA5F-D56B1B5A0CD4}" dt="2026-04-02T11:16:03.002" v="48643" actId="1076"/>
        <pc:sldMkLst>
          <pc:docMk/>
          <pc:sldMk cId="1292213950" sldId="337"/>
        </pc:sldMkLst>
        <pc:spChg chg="mod">
          <ac:chgData name="Meijden, William van der" userId="936082d1-b391-4831-9b18-969e6ea4140e" providerId="ADAL" clId="{A51E778C-228C-4BFD-BA5F-D56B1B5A0CD4}" dt="2026-04-01T08:25:06.119" v="46821" actId="20577"/>
          <ac:spMkLst>
            <pc:docMk/>
            <pc:sldMk cId="1292213950" sldId="337"/>
            <ac:spMk id="2" creationId="{5C4CE182-1094-3C37-C63B-84C47CFFFF70}"/>
          </ac:spMkLst>
        </pc:spChg>
        <pc:spChg chg="add mod">
          <ac:chgData name="Meijden, William van der" userId="936082d1-b391-4831-9b18-969e6ea4140e" providerId="ADAL" clId="{A51E778C-228C-4BFD-BA5F-D56B1B5A0CD4}" dt="2026-04-01T08:48:11.643" v="46842" actId="1076"/>
          <ac:spMkLst>
            <pc:docMk/>
            <pc:sldMk cId="1292213950" sldId="337"/>
            <ac:spMk id="3" creationId="{473AB065-EEE3-8729-E461-7CD1C6AA10CA}"/>
          </ac:spMkLst>
        </pc:spChg>
        <pc:spChg chg="add mod">
          <ac:chgData name="Meijden, William van der" userId="936082d1-b391-4831-9b18-969e6ea4140e" providerId="ADAL" clId="{A51E778C-228C-4BFD-BA5F-D56B1B5A0CD4}" dt="2026-04-01T08:48:17.057" v="46843" actId="1076"/>
          <ac:spMkLst>
            <pc:docMk/>
            <pc:sldMk cId="1292213950" sldId="337"/>
            <ac:spMk id="8" creationId="{6F2F6AB0-8B02-1D71-9652-84AA37CBB32D}"/>
          </ac:spMkLst>
        </pc:spChg>
        <pc:spChg chg="add mod">
          <ac:chgData name="Meijden, William van der" userId="936082d1-b391-4831-9b18-969e6ea4140e" providerId="ADAL" clId="{A51E778C-228C-4BFD-BA5F-D56B1B5A0CD4}" dt="2026-03-23T10:48:06.171" v="25112" actId="20577"/>
          <ac:spMkLst>
            <pc:docMk/>
            <pc:sldMk cId="1292213950" sldId="337"/>
            <ac:spMk id="9" creationId="{1D563781-DFE6-5690-CE5E-90ECF236DFB5}"/>
          </ac:spMkLst>
        </pc:spChg>
        <pc:picChg chg="add mod">
          <ac:chgData name="Meijden, William van der" userId="936082d1-b391-4831-9b18-969e6ea4140e" providerId="ADAL" clId="{A51E778C-228C-4BFD-BA5F-D56B1B5A0CD4}" dt="2026-04-02T11:16:03.002" v="48643" actId="1076"/>
          <ac:picMkLst>
            <pc:docMk/>
            <pc:sldMk cId="1292213950" sldId="337"/>
            <ac:picMk id="5" creationId="{DBF49431-5253-F25A-0AD3-6FCF42A638B1}"/>
          </ac:picMkLst>
        </pc:picChg>
        <pc:picChg chg="add mod">
          <ac:chgData name="Meijden, William van der" userId="936082d1-b391-4831-9b18-969e6ea4140e" providerId="ADAL" clId="{A51E778C-228C-4BFD-BA5F-D56B1B5A0CD4}" dt="2026-04-01T08:42:20.275" v="46831" actId="1076"/>
          <ac:picMkLst>
            <pc:docMk/>
            <pc:sldMk cId="1292213950" sldId="337"/>
            <ac:picMk id="12" creationId="{631A699A-ACAF-AD36-4D43-87C4494F5BA9}"/>
          </ac:picMkLst>
        </pc:picChg>
      </pc:sldChg>
      <pc:sldChg chg="modSp add mod ord">
        <pc:chgData name="Meijden, William van der" userId="936082d1-b391-4831-9b18-969e6ea4140e" providerId="ADAL" clId="{A51E778C-228C-4BFD-BA5F-D56B1B5A0CD4}" dt="2026-03-30T13:38:20.797" v="42479" actId="20577"/>
        <pc:sldMkLst>
          <pc:docMk/>
          <pc:sldMk cId="3377758536" sldId="339"/>
        </pc:sldMkLst>
        <pc:spChg chg="mod">
          <ac:chgData name="Meijden, William van der" userId="936082d1-b391-4831-9b18-969e6ea4140e" providerId="ADAL" clId="{A51E778C-228C-4BFD-BA5F-D56B1B5A0CD4}" dt="2026-03-30T13:38:20.797" v="42479" actId="20577"/>
          <ac:spMkLst>
            <pc:docMk/>
            <pc:sldMk cId="3377758536" sldId="339"/>
            <ac:spMk id="2" creationId="{4114046C-FB98-9924-08E2-F248E1905A69}"/>
          </ac:spMkLst>
        </pc:spChg>
      </pc:sldChg>
      <pc:sldChg chg="add">
        <pc:chgData name="Meijden, William van der" userId="936082d1-b391-4831-9b18-969e6ea4140e" providerId="ADAL" clId="{A51E778C-228C-4BFD-BA5F-D56B1B5A0CD4}" dt="2026-03-24T14:08:15.719" v="37116" actId="2890"/>
        <pc:sldMkLst>
          <pc:docMk/>
          <pc:sldMk cId="2045981237" sldId="340"/>
        </pc:sldMkLst>
      </pc:sldChg>
      <pc:sldChg chg="addSp delSp modSp add mod modNotesTx">
        <pc:chgData name="Meijden, William van der" userId="936082d1-b391-4831-9b18-969e6ea4140e" providerId="ADAL" clId="{A51E778C-228C-4BFD-BA5F-D56B1B5A0CD4}" dt="2026-04-04T10:09:23.717" v="48873" actId="27636"/>
        <pc:sldMkLst>
          <pc:docMk/>
          <pc:sldMk cId="876354420" sldId="342"/>
        </pc:sldMkLst>
        <pc:spChg chg="mod">
          <ac:chgData name="Meijden, William van der" userId="936082d1-b391-4831-9b18-969e6ea4140e" providerId="ADAL" clId="{A51E778C-228C-4BFD-BA5F-D56B1B5A0CD4}" dt="2026-03-25T14:08:14.959" v="38841" actId="20577"/>
          <ac:spMkLst>
            <pc:docMk/>
            <pc:sldMk cId="876354420" sldId="342"/>
            <ac:spMk id="2" creationId="{9EF7AFFF-3834-AA37-1E3D-FE50C32B767F}"/>
          </ac:spMkLst>
        </pc:spChg>
        <pc:spChg chg="mod">
          <ac:chgData name="Meijden, William van der" userId="936082d1-b391-4831-9b18-969e6ea4140e" providerId="ADAL" clId="{A51E778C-228C-4BFD-BA5F-D56B1B5A0CD4}" dt="2026-04-04T10:09:23.717" v="48873" actId="27636"/>
          <ac:spMkLst>
            <pc:docMk/>
            <pc:sldMk cId="876354420" sldId="342"/>
            <ac:spMk id="3" creationId="{F0BDCA58-3E7B-98F5-3574-0EE9FA3A476A}"/>
          </ac:spMkLst>
        </pc:spChg>
        <pc:picChg chg="add mod">
          <ac:chgData name="Meijden, William van der" userId="936082d1-b391-4831-9b18-969e6ea4140e" providerId="ADAL" clId="{A51E778C-228C-4BFD-BA5F-D56B1B5A0CD4}" dt="2026-03-30T14:32:34.925" v="44739" actId="1076"/>
          <ac:picMkLst>
            <pc:docMk/>
            <pc:sldMk cId="876354420" sldId="342"/>
            <ac:picMk id="4" creationId="{DE2EA86C-2EF3-89C7-DBF9-DB4D8BDCFDD1}"/>
          </ac:picMkLst>
        </pc:picChg>
      </pc:sldChg>
      <pc:sldChg chg="addSp delSp modSp add mod ord">
        <pc:chgData name="Meijden, William van der" userId="936082d1-b391-4831-9b18-969e6ea4140e" providerId="ADAL" clId="{A51E778C-228C-4BFD-BA5F-D56B1B5A0CD4}" dt="2026-04-04T10:09:43.826" v="48909" actId="20577"/>
        <pc:sldMkLst>
          <pc:docMk/>
          <pc:sldMk cId="628024173" sldId="343"/>
        </pc:sldMkLst>
        <pc:spChg chg="mod">
          <ac:chgData name="Meijden, William van der" userId="936082d1-b391-4831-9b18-969e6ea4140e" providerId="ADAL" clId="{A51E778C-228C-4BFD-BA5F-D56B1B5A0CD4}" dt="2026-03-26T14:20:30.430" v="40430" actId="20577"/>
          <ac:spMkLst>
            <pc:docMk/>
            <pc:sldMk cId="628024173" sldId="343"/>
            <ac:spMk id="2" creationId="{033D9C69-81FF-1715-FF80-B2DC69C61247}"/>
          </ac:spMkLst>
        </pc:spChg>
        <pc:spChg chg="mod">
          <ac:chgData name="Meijden, William van der" userId="936082d1-b391-4831-9b18-969e6ea4140e" providerId="ADAL" clId="{A51E778C-228C-4BFD-BA5F-D56B1B5A0CD4}" dt="2026-04-04T10:09:43.826" v="48909" actId="20577"/>
          <ac:spMkLst>
            <pc:docMk/>
            <pc:sldMk cId="628024173" sldId="343"/>
            <ac:spMk id="3" creationId="{921F6523-4B6C-84A4-EDB3-2D226ED0060D}"/>
          </ac:spMkLst>
        </pc:spChg>
      </pc:sldChg>
      <pc:sldChg chg="add">
        <pc:chgData name="Meijden, William van der" userId="936082d1-b391-4831-9b18-969e6ea4140e" providerId="ADAL" clId="{A51E778C-228C-4BFD-BA5F-D56B1B5A0CD4}" dt="2026-03-30T13:37:57.702" v="42415" actId="2890"/>
        <pc:sldMkLst>
          <pc:docMk/>
          <pc:sldMk cId="1045924656" sldId="344"/>
        </pc:sldMkLst>
      </pc:sldChg>
      <pc:sldChg chg="modSp add mod ord modNotesTx">
        <pc:chgData name="Meijden, William van der" userId="936082d1-b391-4831-9b18-969e6ea4140e" providerId="ADAL" clId="{A51E778C-228C-4BFD-BA5F-D56B1B5A0CD4}" dt="2026-04-04T10:08:13.019" v="48853" actId="20577"/>
        <pc:sldMkLst>
          <pc:docMk/>
          <pc:sldMk cId="3224610474" sldId="345"/>
        </pc:sldMkLst>
        <pc:spChg chg="mod">
          <ac:chgData name="Meijden, William van der" userId="936082d1-b391-4831-9b18-969e6ea4140e" providerId="ADAL" clId="{A51E778C-228C-4BFD-BA5F-D56B1B5A0CD4}" dt="2026-03-30T13:38:35.069" v="42485" actId="27636"/>
          <ac:spMkLst>
            <pc:docMk/>
            <pc:sldMk cId="3224610474" sldId="345"/>
            <ac:spMk id="2" creationId="{1F7E582C-B40C-B507-3B2E-2F62301E164E}"/>
          </ac:spMkLst>
        </pc:spChg>
        <pc:spChg chg="mod">
          <ac:chgData name="Meijden, William van der" userId="936082d1-b391-4831-9b18-969e6ea4140e" providerId="ADAL" clId="{A51E778C-228C-4BFD-BA5F-D56B1B5A0CD4}" dt="2026-04-04T10:08:13.019" v="48853" actId="20577"/>
          <ac:spMkLst>
            <pc:docMk/>
            <pc:sldMk cId="3224610474" sldId="345"/>
            <ac:spMk id="6" creationId="{B313C38C-A2E3-C43C-3624-A663B7464063}"/>
          </ac:spMkLst>
        </pc:spChg>
      </pc:sldChg>
      <pc:sldChg chg="add setBg">
        <pc:chgData name="Meijden, William van der" userId="936082d1-b391-4831-9b18-969e6ea4140e" providerId="ADAL" clId="{A51E778C-228C-4BFD-BA5F-D56B1B5A0CD4}" dt="2026-04-02T11:14:11.148" v="48639"/>
        <pc:sldMkLst>
          <pc:docMk/>
          <pc:sldMk cId="4004888129" sldId="34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nl-NL" dirty="0"/>
              <a:t>Inserts, updates, deletes</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NL"/>
        </a:p>
      </c:txPr>
    </c:title>
    <c:autoTitleDeleted val="0"/>
    <c:plotArea>
      <c:layout/>
      <c:barChart>
        <c:barDir val="bar"/>
        <c:grouping val="clustered"/>
        <c:varyColors val="0"/>
        <c:ser>
          <c:idx val="0"/>
          <c:order val="0"/>
          <c:tx>
            <c:strRef>
              <c:f>Sheet1!$B$1</c:f>
              <c:strCache>
                <c:ptCount val="1"/>
                <c:pt idx="0">
                  <c:v>SQL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N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10</c:v>
                </c:pt>
                <c:pt idx="1">
                  <c:v>1000</c:v>
                </c:pt>
                <c:pt idx="2" formatCode="#,##0">
                  <c:v>10000</c:v>
                </c:pt>
                <c:pt idx="3" formatCode="#,##0">
                  <c:v>100000</c:v>
                </c:pt>
                <c:pt idx="4" formatCode="#,##0">
                  <c:v>1000000</c:v>
                </c:pt>
              </c:numCache>
            </c:numRef>
          </c:cat>
          <c:val>
            <c:numRef>
              <c:f>Sheet1!$B$2:$B$6</c:f>
              <c:numCache>
                <c:formatCode>_(* #,##0.00_);_(* \(#,##0.00\);_(* "-"??_);_(@_)</c:formatCode>
                <c:ptCount val="5"/>
                <c:pt idx="0">
                  <c:v>15.943</c:v>
                </c:pt>
                <c:pt idx="1">
                  <c:v>17.529</c:v>
                </c:pt>
                <c:pt idx="2">
                  <c:v>15.851000000000001</c:v>
                </c:pt>
                <c:pt idx="3">
                  <c:v>16.849</c:v>
                </c:pt>
                <c:pt idx="4">
                  <c:v>28.797000000000001</c:v>
                </c:pt>
              </c:numCache>
            </c:numRef>
          </c:val>
          <c:extLst>
            <c:ext xmlns:c16="http://schemas.microsoft.com/office/drawing/2014/chart" uri="{C3380CC4-5D6E-409C-BE32-E72D297353CC}">
              <c16:uniqueId val="{00000000-8FDF-42DB-A410-9FAF5E877FEC}"/>
            </c:ext>
          </c:extLst>
        </c:ser>
        <c:ser>
          <c:idx val="1"/>
          <c:order val="1"/>
          <c:tx>
            <c:strRef>
              <c:f>Sheet1!$C$1</c:f>
              <c:strCache>
                <c:ptCount val="1"/>
                <c:pt idx="0">
                  <c:v>Python</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N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10</c:v>
                </c:pt>
                <c:pt idx="1">
                  <c:v>1000</c:v>
                </c:pt>
                <c:pt idx="2" formatCode="#,##0">
                  <c:v>10000</c:v>
                </c:pt>
                <c:pt idx="3" formatCode="#,##0">
                  <c:v>100000</c:v>
                </c:pt>
                <c:pt idx="4" formatCode="#,##0">
                  <c:v>1000000</c:v>
                </c:pt>
              </c:numCache>
            </c:numRef>
          </c:cat>
          <c:val>
            <c:numRef>
              <c:f>Sheet1!$C$2:$C$6</c:f>
              <c:numCache>
                <c:formatCode>_(* #,##0.00_);_(* \(#,##0.00\);_(* "-"??_);_(@_)</c:formatCode>
                <c:ptCount val="5"/>
                <c:pt idx="0">
                  <c:v>26.295000000000002</c:v>
                </c:pt>
                <c:pt idx="1">
                  <c:v>28.501999999999999</c:v>
                </c:pt>
                <c:pt idx="2">
                  <c:v>26.695</c:v>
                </c:pt>
                <c:pt idx="3">
                  <c:v>28.814</c:v>
                </c:pt>
                <c:pt idx="4">
                  <c:v>36.207999999999998</c:v>
                </c:pt>
              </c:numCache>
            </c:numRef>
          </c:val>
          <c:extLst>
            <c:ext xmlns:c16="http://schemas.microsoft.com/office/drawing/2014/chart" uri="{C3380CC4-5D6E-409C-BE32-E72D297353CC}">
              <c16:uniqueId val="{00000001-8FDF-42DB-A410-9FAF5E877FEC}"/>
            </c:ext>
          </c:extLst>
        </c:ser>
        <c:dLbls>
          <c:dLblPos val="inEnd"/>
          <c:showLegendKey val="0"/>
          <c:showVal val="1"/>
          <c:showCatName val="0"/>
          <c:showSerName val="0"/>
          <c:showPercent val="0"/>
          <c:showBubbleSize val="0"/>
        </c:dLbls>
        <c:gapWidth val="65"/>
        <c:axId val="153468255"/>
        <c:axId val="153465855"/>
      </c:barChart>
      <c:catAx>
        <c:axId val="153468255"/>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nl-NL" dirty="0"/>
                  <a:t>Aantal rijen</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NL"/>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NL"/>
          </a:p>
        </c:txPr>
        <c:crossAx val="153465855"/>
        <c:crosses val="autoZero"/>
        <c:auto val="1"/>
        <c:lblAlgn val="ctr"/>
        <c:lblOffset val="100"/>
        <c:noMultiLvlLbl val="0"/>
      </c:catAx>
      <c:valAx>
        <c:axId val="153465855"/>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nl-NL" dirty="0"/>
                  <a:t>Duur</a:t>
                </a:r>
                <a:r>
                  <a:rPr lang="nl-NL" baseline="0" dirty="0"/>
                  <a:t> in sec</a:t>
                </a:r>
                <a:endParaRPr lang="nl-NL" dirty="0"/>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nl-NL"/>
            </a:p>
          </c:txPr>
        </c:title>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NL"/>
          </a:p>
        </c:txPr>
        <c:crossAx val="153468255"/>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nl-NL" sz="1800" dirty="0"/>
              <a:t>Inserts (met</a:t>
            </a:r>
            <a:r>
              <a:rPr lang="nl-NL" sz="1800" baseline="0" dirty="0"/>
              <a:t> missende sleutels)</a:t>
            </a:r>
            <a:endParaRPr lang="nl-NL" sz="1800" dirty="0"/>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nl-NL"/>
        </a:p>
      </c:txPr>
    </c:title>
    <c:autoTitleDeleted val="0"/>
    <c:plotArea>
      <c:layout/>
      <c:barChart>
        <c:barDir val="bar"/>
        <c:grouping val="clustered"/>
        <c:varyColors val="0"/>
        <c:ser>
          <c:idx val="0"/>
          <c:order val="0"/>
          <c:tx>
            <c:strRef>
              <c:f>Sheet1!$B$1</c:f>
              <c:strCache>
                <c:ptCount val="1"/>
                <c:pt idx="0">
                  <c:v>SQL</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N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10</c:v>
                </c:pt>
                <c:pt idx="1">
                  <c:v>1000</c:v>
                </c:pt>
                <c:pt idx="2" formatCode="#,##0">
                  <c:v>10000</c:v>
                </c:pt>
                <c:pt idx="3" formatCode="#,##0">
                  <c:v>100000</c:v>
                </c:pt>
                <c:pt idx="4" formatCode="#,##0">
                  <c:v>1000000</c:v>
                </c:pt>
              </c:numCache>
            </c:numRef>
          </c:cat>
          <c:val>
            <c:numRef>
              <c:f>Sheet1!$B$2:$B$6</c:f>
              <c:numCache>
                <c:formatCode>#,##0</c:formatCode>
                <c:ptCount val="5"/>
                <c:pt idx="0">
                  <c:v>18505</c:v>
                </c:pt>
                <c:pt idx="1">
                  <c:v>17317</c:v>
                </c:pt>
                <c:pt idx="2">
                  <c:v>18065</c:v>
                </c:pt>
                <c:pt idx="3">
                  <c:v>19540</c:v>
                </c:pt>
                <c:pt idx="4">
                  <c:v>30506</c:v>
                </c:pt>
              </c:numCache>
            </c:numRef>
          </c:val>
          <c:extLst>
            <c:ext xmlns:c16="http://schemas.microsoft.com/office/drawing/2014/chart" uri="{C3380CC4-5D6E-409C-BE32-E72D297353CC}">
              <c16:uniqueId val="{00000000-A488-4845-8C09-427E49385379}"/>
            </c:ext>
          </c:extLst>
        </c:ser>
        <c:ser>
          <c:idx val="1"/>
          <c:order val="1"/>
          <c:tx>
            <c:strRef>
              <c:f>Sheet1!$C$1</c:f>
              <c:strCache>
                <c:ptCount val="1"/>
                <c:pt idx="0">
                  <c:v>Python</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N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numRef>
              <c:f>Sheet1!$A$2:$A$6</c:f>
              <c:numCache>
                <c:formatCode>General</c:formatCode>
                <c:ptCount val="5"/>
                <c:pt idx="0">
                  <c:v>10</c:v>
                </c:pt>
                <c:pt idx="1">
                  <c:v>1000</c:v>
                </c:pt>
                <c:pt idx="2" formatCode="#,##0">
                  <c:v>10000</c:v>
                </c:pt>
                <c:pt idx="3" formatCode="#,##0">
                  <c:v>100000</c:v>
                </c:pt>
                <c:pt idx="4" formatCode="#,##0">
                  <c:v>1000000</c:v>
                </c:pt>
              </c:numCache>
            </c:numRef>
          </c:cat>
          <c:val>
            <c:numRef>
              <c:f>Sheet1!$C$2:$C$6</c:f>
              <c:numCache>
                <c:formatCode>#,##0</c:formatCode>
                <c:ptCount val="5"/>
                <c:pt idx="0">
                  <c:v>26825</c:v>
                </c:pt>
                <c:pt idx="1">
                  <c:v>26689</c:v>
                </c:pt>
                <c:pt idx="2">
                  <c:v>33235</c:v>
                </c:pt>
                <c:pt idx="3">
                  <c:v>30353</c:v>
                </c:pt>
                <c:pt idx="4">
                  <c:v>35643</c:v>
                </c:pt>
              </c:numCache>
            </c:numRef>
          </c:val>
          <c:extLst>
            <c:ext xmlns:c16="http://schemas.microsoft.com/office/drawing/2014/chart" uri="{C3380CC4-5D6E-409C-BE32-E72D297353CC}">
              <c16:uniqueId val="{00000001-A488-4845-8C09-427E49385379}"/>
            </c:ext>
          </c:extLst>
        </c:ser>
        <c:dLbls>
          <c:dLblPos val="inEnd"/>
          <c:showLegendKey val="0"/>
          <c:showVal val="1"/>
          <c:showCatName val="0"/>
          <c:showSerName val="0"/>
          <c:showPercent val="0"/>
          <c:showBubbleSize val="0"/>
        </c:dLbls>
        <c:gapWidth val="65"/>
        <c:axId val="153468255"/>
        <c:axId val="153465855"/>
      </c:barChart>
      <c:catAx>
        <c:axId val="153468255"/>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nl-NL" dirty="0"/>
                  <a:t>Aantal rijen</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NL"/>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NL"/>
          </a:p>
        </c:txPr>
        <c:crossAx val="153465855"/>
        <c:crosses val="autoZero"/>
        <c:auto val="1"/>
        <c:lblAlgn val="ctr"/>
        <c:lblOffset val="100"/>
        <c:noMultiLvlLbl val="0"/>
      </c:catAx>
      <c:valAx>
        <c:axId val="153465855"/>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nl-NL" dirty="0"/>
                  <a:t>Duur in sec</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NL"/>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NL"/>
          </a:p>
        </c:txPr>
        <c:crossAx val="153468255"/>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4B5BB7-7564-4EB4-A353-4FEDBBB6F8DC}" type="datetimeFigureOut">
              <a:rPr lang="en-NL" smtClean="0"/>
              <a:t>04/04/2026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E4B6EF-0CB7-475A-8621-7E8A6C7A8804}" type="slidenum">
              <a:rPr lang="en-NL" smtClean="0"/>
              <a:t>‹#›</a:t>
            </a:fld>
            <a:endParaRPr lang="en-NL"/>
          </a:p>
        </p:txBody>
      </p:sp>
    </p:spTree>
    <p:extLst>
      <p:ext uri="{BB962C8B-B14F-4D97-AF65-F5344CB8AC3E}">
        <p14:creationId xmlns:p14="http://schemas.microsoft.com/office/powerpoint/2010/main" val="1345711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begin met een korte terugblik op het probleem en het doel. Vervolgens laat ik zien wat ik heb gerealiseerd, hoe het werkt, hoe ik heb getest en wat de resultaten zijn. Tot slot geef ik een korte demonstratie en bespreek ik mogelijke uitbreidingen.</a:t>
            </a:r>
          </a:p>
          <a:p>
            <a:endParaRPr lang="nl-NL" dirty="0"/>
          </a:p>
        </p:txBody>
      </p:sp>
      <p:sp>
        <p:nvSpPr>
          <p:cNvPr id="4" name="Slide Number Placeholder 3"/>
          <p:cNvSpPr>
            <a:spLocks noGrp="1"/>
          </p:cNvSpPr>
          <p:nvPr>
            <p:ph type="sldNum" sz="quarter" idx="5"/>
          </p:nvPr>
        </p:nvSpPr>
        <p:spPr/>
        <p:txBody>
          <a:bodyPr/>
          <a:lstStyle/>
          <a:p>
            <a:fld id="{B4E4B6EF-0CB7-475A-8621-7E8A6C7A8804}" type="slidenum">
              <a:rPr lang="en-NL" smtClean="0"/>
              <a:t>2</a:t>
            </a:fld>
            <a:endParaRPr lang="en-NL"/>
          </a:p>
        </p:txBody>
      </p:sp>
    </p:spTree>
    <p:extLst>
      <p:ext uri="{BB962C8B-B14F-4D97-AF65-F5344CB8AC3E}">
        <p14:creationId xmlns:p14="http://schemas.microsoft.com/office/powerpoint/2010/main" val="849212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91B8B-EB2F-7912-E83B-CE2454E2E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3D5AA-564C-F864-6C75-1ADB343BF3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9F2D4-DA4A-7579-98A8-0AFE7274D73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617E1CB-1AF4-6714-77A1-55E578247A6F}"/>
              </a:ext>
            </a:extLst>
          </p:cNvPr>
          <p:cNvSpPr>
            <a:spLocks noGrp="1"/>
          </p:cNvSpPr>
          <p:nvPr>
            <p:ph type="sldNum" sz="quarter" idx="5"/>
          </p:nvPr>
        </p:nvSpPr>
        <p:spPr/>
        <p:txBody>
          <a:bodyPr/>
          <a:lstStyle/>
          <a:p>
            <a:fld id="{B4E4B6EF-0CB7-475A-8621-7E8A6C7A8804}" type="slidenum">
              <a:rPr lang="en-NL" smtClean="0"/>
              <a:t>3</a:t>
            </a:fld>
            <a:endParaRPr lang="en-NL"/>
          </a:p>
        </p:txBody>
      </p:sp>
    </p:spTree>
    <p:extLst>
      <p:ext uri="{BB962C8B-B14F-4D97-AF65-F5344CB8AC3E}">
        <p14:creationId xmlns:p14="http://schemas.microsoft.com/office/powerpoint/2010/main" val="382853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6E9B0-3265-B37A-4562-6AF8B368E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A010E-C9F9-8682-E42C-E4CC43051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BB640-D709-0AF2-D760-AA8F2B498AF7}"/>
              </a:ext>
            </a:extLst>
          </p:cNvPr>
          <p:cNvSpPr>
            <a:spLocks noGrp="1"/>
          </p:cNvSpPr>
          <p:nvPr>
            <p:ph type="body" idx="1"/>
          </p:nvPr>
        </p:nvSpPr>
        <p:spPr/>
        <p:txBody>
          <a:bodyPr/>
          <a:lstStyle/>
          <a:p>
            <a:r>
              <a:rPr lang="nl-NL" dirty="0"/>
              <a:t>Sogeti is een IT consultancyorganisatie die voor grote B2B klanten oplossingen ontwikkelt op het gebied van software en data. Veel klanten van Sogeti migreren hun data naar Snowflake, een cloud datawarehouse.</a:t>
            </a:r>
          </a:p>
          <a:p>
            <a:endParaRPr lang="nl-NL" dirty="0"/>
          </a:p>
          <a:p>
            <a:r>
              <a:rPr lang="nl-NL" dirty="0"/>
              <a:t>In tegenstelling tot traditionele databases zoals Oracle en SQL server waar deze bedrijven vaak vanaf komen, worden in Snowflake belangrijke regels, zoals unieke sleutels, niet afgedwongen. Dit betekent dat fouten in data niet automatisch worden tegengehouden.</a:t>
            </a:r>
          </a:p>
          <a:p>
            <a:endParaRPr lang="nl-NL" dirty="0"/>
          </a:p>
          <a:p>
            <a:r>
              <a:rPr lang="nl-NL" dirty="0"/>
              <a:t>Hierdoor kunnen er zonder dat iemand het weet afwijkingen in de data ontstaan, zoals dubbele rijen of gegevens die niet kloppen.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Kijk</a:t>
            </a:r>
            <a:r>
              <a:rPr lang="en-US" dirty="0"/>
              <a:t> </a:t>
            </a:r>
            <a:r>
              <a:rPr lang="en-US" dirty="0" err="1"/>
              <a:t>naar</a:t>
            </a:r>
            <a:r>
              <a:rPr lang="en-US" dirty="0"/>
              <a:t> de </a:t>
            </a:r>
            <a:r>
              <a:rPr lang="en-US" dirty="0" err="1"/>
              <a:t>tabel</a:t>
            </a:r>
            <a:r>
              <a:rPr lang="en-US" dirty="0"/>
              <a:t>: </a:t>
            </a:r>
            <a:r>
              <a:rPr lang="en-US" dirty="0" err="1"/>
              <a:t>Medewerker</a:t>
            </a:r>
            <a:r>
              <a:rPr lang="en-US" dirty="0"/>
              <a:t> John </a:t>
            </a:r>
            <a:r>
              <a:rPr lang="en-US" dirty="0" err="1"/>
              <a:t>staat</a:t>
            </a:r>
            <a:r>
              <a:rPr lang="en-US" dirty="0"/>
              <a:t> twee </a:t>
            </a:r>
            <a:r>
              <a:rPr lang="en-US" dirty="0" err="1"/>
              <a:t>keer</a:t>
            </a:r>
            <a:r>
              <a:rPr lang="en-US" dirty="0"/>
              <a:t> in het system met twee </a:t>
            </a:r>
            <a:r>
              <a:rPr lang="en-US" dirty="0" err="1"/>
              <a:t>verschillende</a:t>
            </a:r>
            <a:r>
              <a:rPr lang="en-US" dirty="0"/>
              <a:t> </a:t>
            </a:r>
            <a:r>
              <a:rPr lang="en-US" dirty="0" err="1"/>
              <a:t>salarissen</a:t>
            </a:r>
            <a:r>
              <a:rPr lang="en-US" dirty="0"/>
              <a:t>. Maar </a:t>
            </a:r>
            <a:r>
              <a:rPr lang="en-US" dirty="0" err="1"/>
              <a:t>welke</a:t>
            </a:r>
            <a:r>
              <a:rPr lang="en-US" dirty="0"/>
              <a:t> is nu </a:t>
            </a:r>
            <a:r>
              <a:rPr lang="en-US" dirty="0" err="1"/>
              <a:t>juist</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Dit kan een risico vormen voor de data integriteit en vermindert de betrouwbaarheid van rapportages en dashboards kunnen een verkeerd beeld geven van de werkelijkheiden kan leiden tot financiele verliezen voor Sogeti en de klant.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endParaRPr lang="nl-NL" dirty="0"/>
          </a:p>
        </p:txBody>
      </p:sp>
      <p:sp>
        <p:nvSpPr>
          <p:cNvPr id="4" name="Slide Number Placeholder 3">
            <a:extLst>
              <a:ext uri="{FF2B5EF4-FFF2-40B4-BE49-F238E27FC236}">
                <a16:creationId xmlns:a16="http://schemas.microsoft.com/office/drawing/2014/main" id="{E1A41B12-0AF9-6EF0-FD68-D1AD0622BC86}"/>
              </a:ext>
            </a:extLst>
          </p:cNvPr>
          <p:cNvSpPr>
            <a:spLocks noGrp="1"/>
          </p:cNvSpPr>
          <p:nvPr>
            <p:ph type="sldNum" sz="quarter" idx="5"/>
          </p:nvPr>
        </p:nvSpPr>
        <p:spPr/>
        <p:txBody>
          <a:bodyPr/>
          <a:lstStyle/>
          <a:p>
            <a:fld id="{B4E4B6EF-0CB7-475A-8621-7E8A6C7A8804}" type="slidenum">
              <a:rPr lang="en-NL" smtClean="0"/>
              <a:t>4</a:t>
            </a:fld>
            <a:endParaRPr lang="en-NL"/>
          </a:p>
        </p:txBody>
      </p:sp>
    </p:spTree>
    <p:extLst>
      <p:ext uri="{BB962C8B-B14F-4D97-AF65-F5344CB8AC3E}">
        <p14:creationId xmlns:p14="http://schemas.microsoft.com/office/powerpoint/2010/main" val="220228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AFD05-0372-5620-F1AB-AA7110C05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7958A-F0BA-45C4-2628-AC0505A36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FF0EA-D98E-CFBA-E825-A7F7C34316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Binnen Sogeti is hier geen standaardoplossing voor, waardoor engineers vaak zelf iets bouwen.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Dit leidt tot inefficientie; het kost elke keer tijd om dit te doen.</a:t>
            </a:r>
          </a:p>
          <a:p>
            <a:pPr marL="0" marR="0" lvl="0" indent="0" algn="l" defTabSz="914400" rtl="0" eaLnBrk="1" fontAlgn="auto" latinLnBrk="0" hangingPunct="1">
              <a:lnSpc>
                <a:spcPct val="100000"/>
              </a:lnSpc>
              <a:spcBef>
                <a:spcPts val="0"/>
              </a:spcBef>
              <a:spcAft>
                <a:spcPts val="0"/>
              </a:spcAft>
              <a:buClrTx/>
              <a:buSzTx/>
              <a:buFontTx/>
              <a:buNone/>
              <a:tabLst/>
              <a:defRPr/>
            </a:pPr>
            <a:r>
              <a:rPr lang="nl-NL"/>
              <a:t>En verschil in kwaliteit.</a:t>
            </a:r>
            <a:endParaRPr lang="nl-NL" dirty="0"/>
          </a:p>
          <a:p>
            <a:endParaRPr lang="en-NL" dirty="0"/>
          </a:p>
        </p:txBody>
      </p:sp>
      <p:sp>
        <p:nvSpPr>
          <p:cNvPr id="4" name="Slide Number Placeholder 3">
            <a:extLst>
              <a:ext uri="{FF2B5EF4-FFF2-40B4-BE49-F238E27FC236}">
                <a16:creationId xmlns:a16="http://schemas.microsoft.com/office/drawing/2014/main" id="{96E2F11E-ADEE-09FA-0A97-96CE4A1B6D18}"/>
              </a:ext>
            </a:extLst>
          </p:cNvPr>
          <p:cNvSpPr>
            <a:spLocks noGrp="1"/>
          </p:cNvSpPr>
          <p:nvPr>
            <p:ph type="sldNum" sz="quarter" idx="5"/>
          </p:nvPr>
        </p:nvSpPr>
        <p:spPr/>
        <p:txBody>
          <a:bodyPr/>
          <a:lstStyle/>
          <a:p>
            <a:fld id="{B4E4B6EF-0CB7-475A-8621-7E8A6C7A8804}" type="slidenum">
              <a:rPr lang="en-NL" smtClean="0"/>
              <a:t>5</a:t>
            </a:fld>
            <a:endParaRPr lang="en-NL"/>
          </a:p>
        </p:txBody>
      </p:sp>
    </p:spTree>
    <p:extLst>
      <p:ext uri="{BB962C8B-B14F-4D97-AF65-F5344CB8AC3E}">
        <p14:creationId xmlns:p14="http://schemas.microsoft.com/office/powerpoint/2010/main" val="1706610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291A1-7F76-465E-CFC2-2B428216C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11072-B698-C99D-6AAA-A98852C52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E2E60-A221-ABC3-E719-B1ECFC064314}"/>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4446010B-B10B-29FD-7DF0-2E2553D6BA4C}"/>
              </a:ext>
            </a:extLst>
          </p:cNvPr>
          <p:cNvSpPr>
            <a:spLocks noGrp="1"/>
          </p:cNvSpPr>
          <p:nvPr>
            <p:ph type="sldNum" sz="quarter" idx="5"/>
          </p:nvPr>
        </p:nvSpPr>
        <p:spPr/>
        <p:txBody>
          <a:bodyPr/>
          <a:lstStyle/>
          <a:p>
            <a:fld id="{B4E4B6EF-0CB7-475A-8621-7E8A6C7A8804}" type="slidenum">
              <a:rPr lang="en-NL" smtClean="0"/>
              <a:t>6</a:t>
            </a:fld>
            <a:endParaRPr lang="en-NL"/>
          </a:p>
        </p:txBody>
      </p:sp>
    </p:spTree>
    <p:extLst>
      <p:ext uri="{BB962C8B-B14F-4D97-AF65-F5344CB8AC3E}">
        <p14:creationId xmlns:p14="http://schemas.microsoft.com/office/powerpoint/2010/main" val="171526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1E0D4-BE75-D128-D890-F9853F048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604F5B-C904-7A7E-2906-78ADB6078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1EBE2-F8AB-54F0-1BD9-ECE3C60D1D0B}"/>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900ED72-E636-BB32-A96D-B5C9CB0334AC}"/>
              </a:ext>
            </a:extLst>
          </p:cNvPr>
          <p:cNvSpPr>
            <a:spLocks noGrp="1"/>
          </p:cNvSpPr>
          <p:nvPr>
            <p:ph type="sldNum" sz="quarter" idx="5"/>
          </p:nvPr>
        </p:nvSpPr>
        <p:spPr/>
        <p:txBody>
          <a:bodyPr/>
          <a:lstStyle/>
          <a:p>
            <a:fld id="{B4E4B6EF-0CB7-475A-8621-7E8A6C7A8804}" type="slidenum">
              <a:rPr lang="en-NL" smtClean="0"/>
              <a:t>7</a:t>
            </a:fld>
            <a:endParaRPr lang="en-NL"/>
          </a:p>
        </p:txBody>
      </p:sp>
    </p:spTree>
    <p:extLst>
      <p:ext uri="{BB962C8B-B14F-4D97-AF65-F5344CB8AC3E}">
        <p14:creationId xmlns:p14="http://schemas.microsoft.com/office/powerpoint/2010/main" val="771934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1E003-42C6-6215-8F2C-C4F1C62CE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C0DE5-E478-2F2B-2D42-89841F7B0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28B7B2-EE78-5A5D-BB9A-0680651775DA}"/>
              </a:ext>
            </a:extLst>
          </p:cNvPr>
          <p:cNvSpPr>
            <a:spLocks noGrp="1"/>
          </p:cNvSpPr>
          <p:nvPr>
            <p:ph type="body" idx="1"/>
          </p:nvPr>
        </p:nvSpPr>
        <p:spPr/>
        <p:txBody>
          <a:bodyPr/>
          <a:lstStyle/>
          <a:p>
            <a:r>
              <a:rPr lang="nl-NL" dirty="0"/>
              <a:t>In deze fase heb ik het probleemdomein verder onderzocht.</a:t>
            </a:r>
          </a:p>
          <a:p>
            <a:endParaRPr lang="nl-NL" dirty="0"/>
          </a:p>
          <a:p>
            <a:r>
              <a:rPr lang="nl-NL" dirty="0"/>
              <a:t>In fase 1 heb ik het probleem eerst onderzocht met deskresearch en interviews met data engineers en migratiespecialisten. </a:t>
            </a:r>
          </a:p>
          <a:p>
            <a:endParaRPr lang="nl-NL" dirty="0"/>
          </a:p>
          <a:p>
            <a:r>
              <a:rPr lang="nl-NL" dirty="0"/>
              <a:t>In fase 3 heb ik dit probleem opnieuw gevalideerd door testdata met fouten te maken. Ik heb bijvoorbeeld bewust duplicaten en lege primary keys toegevoegd en gekeken wat Snowflake deed.</a:t>
            </a:r>
          </a:p>
          <a:p>
            <a:r>
              <a:rPr lang="nl-NL" dirty="0"/>
              <a:t>Daaruit bleek dat Snowflake deze fouten gewoon accepteert zonder melding.</a:t>
            </a:r>
          </a:p>
          <a:p>
            <a:endParaRPr lang="nl-NL" dirty="0"/>
          </a:p>
          <a:p>
            <a:r>
              <a:rPr lang="nl-NL" dirty="0"/>
              <a:t>Hierdoor heb ik niet alleen theoretisch maar ook praktisch bewezen dat het probleem echt bestaat.</a:t>
            </a:r>
          </a:p>
        </p:txBody>
      </p:sp>
      <p:sp>
        <p:nvSpPr>
          <p:cNvPr id="4" name="Slide Number Placeholder 3">
            <a:extLst>
              <a:ext uri="{FF2B5EF4-FFF2-40B4-BE49-F238E27FC236}">
                <a16:creationId xmlns:a16="http://schemas.microsoft.com/office/drawing/2014/main" id="{D7CAB1EA-1E9F-4CDF-F7DA-7FC21DD72232}"/>
              </a:ext>
            </a:extLst>
          </p:cNvPr>
          <p:cNvSpPr>
            <a:spLocks noGrp="1"/>
          </p:cNvSpPr>
          <p:nvPr>
            <p:ph type="sldNum" sz="quarter" idx="5"/>
          </p:nvPr>
        </p:nvSpPr>
        <p:spPr/>
        <p:txBody>
          <a:bodyPr/>
          <a:lstStyle/>
          <a:p>
            <a:fld id="{B4E4B6EF-0CB7-475A-8621-7E8A6C7A8804}" type="slidenum">
              <a:rPr lang="en-NL" smtClean="0"/>
              <a:t>8</a:t>
            </a:fld>
            <a:endParaRPr lang="en-NL"/>
          </a:p>
        </p:txBody>
      </p:sp>
    </p:spTree>
    <p:extLst>
      <p:ext uri="{BB962C8B-B14F-4D97-AF65-F5344CB8AC3E}">
        <p14:creationId xmlns:p14="http://schemas.microsoft.com/office/powerpoint/2010/main" val="4133911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08189-CFB0-3C3B-F715-D964CC2E5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EC85F-2F10-72ED-0E41-F253E0FB0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78C59-96D8-07BE-9755-6297C41BFF53}"/>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30E4DC40-1250-08F3-9978-0489C7074283}"/>
              </a:ext>
            </a:extLst>
          </p:cNvPr>
          <p:cNvSpPr>
            <a:spLocks noGrp="1"/>
          </p:cNvSpPr>
          <p:nvPr>
            <p:ph type="sldNum" sz="quarter" idx="5"/>
          </p:nvPr>
        </p:nvSpPr>
        <p:spPr/>
        <p:txBody>
          <a:bodyPr/>
          <a:lstStyle/>
          <a:p>
            <a:fld id="{B4E4B6EF-0CB7-475A-8621-7E8A6C7A8804}" type="slidenum">
              <a:rPr lang="en-NL" smtClean="0"/>
              <a:t>9</a:t>
            </a:fld>
            <a:endParaRPr lang="en-NL"/>
          </a:p>
        </p:txBody>
      </p:sp>
    </p:spTree>
    <p:extLst>
      <p:ext uri="{BB962C8B-B14F-4D97-AF65-F5344CB8AC3E}">
        <p14:creationId xmlns:p14="http://schemas.microsoft.com/office/powerpoint/2010/main" val="36925908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66497-D2BE-8995-B8B6-D86BBB129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EBF0BD-F5D8-FF42-6347-C4D8EFE5A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88C28-B444-1DB1-BB14-C812F76FF8B3}"/>
              </a:ext>
            </a:extLst>
          </p:cNvPr>
          <p:cNvSpPr>
            <a:spLocks noGrp="1"/>
          </p:cNvSpPr>
          <p:nvPr>
            <p:ph type="body" idx="1"/>
          </p:nvPr>
        </p:nvSpPr>
        <p:spPr/>
        <p:txBody>
          <a:bodyPr/>
          <a:lstStyle/>
          <a:p>
            <a:r>
              <a:rPr lang="nl-NL" dirty="0"/>
              <a:t>In deze fase heb ik actief afgestemd met verschillende mensen binnen Sogeti voor vragen, mijn werk te laten beoordelen en beter te onderbouwen.</a:t>
            </a:r>
          </a:p>
          <a:p>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heb de wekelijkse contactmomenten met mijn mentor voortgezet. Tijdens deze gesprekken heb ik mijn voortgang laten zien en feedback opgehaald over mijn ontwerp, implementatie en documentatie. De feedback die ik hier kreeg heb ik elke keer opgeschreven en beoordeeld op relevantie en toepasbaarheid. Hierdoor was er een duidelijke afstemming over mijn gemaakte keuzes, resultaten en voortgang.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heb gesproken met een Business Intelligence test expert om mijn testaanpak te versterken en gestructureerd aan te pakken. Dit heeft ervoor gezorgd dat ik gestructureerder ben gaan testen en beter gaan kijken naar wat resultaten betekenen voor de kwaliteit van de oplossing en de business en is mijn testaanpak versterkt.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heb een evaluatiegesprek gevoerd met mijn bedrijfsmentor om feedback te krijgen op mijn stageperiode en deze op een goede manier af te ronden. Hierbij hebben wij mijn keuzes, aanpak en resultaten besproken en heb ik feedback gekregen over wat goed ging wen wat beter kon. Deze feedback kan ik meenemen voor de toekomst om zo mijn keuzes en aanpak te verbeteren.</a:t>
            </a:r>
          </a:p>
          <a:p>
            <a:endParaRPr lang="nl-NL" dirty="0"/>
          </a:p>
        </p:txBody>
      </p:sp>
      <p:sp>
        <p:nvSpPr>
          <p:cNvPr id="4" name="Slide Number Placeholder 3">
            <a:extLst>
              <a:ext uri="{FF2B5EF4-FFF2-40B4-BE49-F238E27FC236}">
                <a16:creationId xmlns:a16="http://schemas.microsoft.com/office/drawing/2014/main" id="{ED798C80-3F13-AEE4-5BF0-E8F8506A5A83}"/>
              </a:ext>
            </a:extLst>
          </p:cNvPr>
          <p:cNvSpPr>
            <a:spLocks noGrp="1"/>
          </p:cNvSpPr>
          <p:nvPr>
            <p:ph type="sldNum" sz="quarter" idx="5"/>
          </p:nvPr>
        </p:nvSpPr>
        <p:spPr/>
        <p:txBody>
          <a:bodyPr/>
          <a:lstStyle/>
          <a:p>
            <a:fld id="{B4E4B6EF-0CB7-475A-8621-7E8A6C7A8804}" type="slidenum">
              <a:rPr lang="en-NL" smtClean="0"/>
              <a:t>10</a:t>
            </a:fld>
            <a:endParaRPr lang="en-NL"/>
          </a:p>
        </p:txBody>
      </p:sp>
    </p:spTree>
    <p:extLst>
      <p:ext uri="{BB962C8B-B14F-4D97-AF65-F5344CB8AC3E}">
        <p14:creationId xmlns:p14="http://schemas.microsoft.com/office/powerpoint/2010/main" val="4253598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75F2B-63B8-3D14-7647-8C074FF65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2C33C-B8E3-0743-CB44-9FFAFF26A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3BAB5-95B0-8B09-6944-51C69F90D02F}"/>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B20D3E03-6D84-72C4-C824-1BC7B624A99A}"/>
              </a:ext>
            </a:extLst>
          </p:cNvPr>
          <p:cNvSpPr>
            <a:spLocks noGrp="1"/>
          </p:cNvSpPr>
          <p:nvPr>
            <p:ph type="sldNum" sz="quarter" idx="5"/>
          </p:nvPr>
        </p:nvSpPr>
        <p:spPr/>
        <p:txBody>
          <a:bodyPr/>
          <a:lstStyle/>
          <a:p>
            <a:fld id="{B4E4B6EF-0CB7-475A-8621-7E8A6C7A8804}" type="slidenum">
              <a:rPr lang="en-NL" smtClean="0"/>
              <a:t>11</a:t>
            </a:fld>
            <a:endParaRPr lang="en-NL"/>
          </a:p>
        </p:txBody>
      </p:sp>
    </p:spTree>
    <p:extLst>
      <p:ext uri="{BB962C8B-B14F-4D97-AF65-F5344CB8AC3E}">
        <p14:creationId xmlns:p14="http://schemas.microsoft.com/office/powerpoint/2010/main" val="3426818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D7549-A2D5-B1B7-C1FA-6258ABC6C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0B3DE-3120-9EC4-2277-16BED2EA41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D93880-201F-9D53-5383-F6BCB887E8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In deze fase heb ik kritisch, onderzoekend en methodisch gewerkt door mijn werk en aanpak continu met een kritische blik te bekijken en aan te passen op basis van bevindingen, feedback en testresultaten.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had bij het begin van de opdracht nog geen ervaring met Snowflake. Daarom heb ik de Snowflake Data Warehousing Workshop gevolgd om het platform beter te begrijpen, naar aanraden van mijn begeleider. De kennis die ik heb opgedaan heb ik hierna direct toegepast tijdens de ontwikkeling van het CDC component, bijvoorbeeld bij de keuze voor stored procedures en dataverwerking binnen het platform.</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Om ervoor te zorgen dat mijn implementatie leesbaar, consistent is en overdraagbaar is, heb ik gebruik gemaakt van standaarden en best practices van SQL en Python.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Zo heb ik regelmatig de Snowflake documentatie gebruikt, zodat mijn oplossing goed aansluit op Snowflake en gebruik maakt van technieken binnen het platform.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Ook heb ik bij SQL rekening gehouden met de style guide van Simon Hollywell die richtlijnen geeft voor consistentie, structuur en schrijven van leesbare SQL code.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Voor Python heb ik gebruik gemaakt van Python Enhancement Principles voor structuur en Jupyter Notebook om mijn code overzichtelijk te ontwikkelen en testen.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Ook heb ik beide oplossingen goed voorzien van comments en een handleiding toegevoegd zodat ontwikkelaars deze snel kunnen begrijpen en gebruiken. Ik heb zelf vaker moeten werken met code dat niet of niet voldoende was beschreven, daarom heb ik deze keuze gemaakt. Mijn begeleider gaf ook aan dat hij dit heel fijn vind om te zien en dat er engineers zijn die al jaren werken en dit niet doen.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nl-NL" dirty="0"/>
              <a:t>Ik kreeg feedback van mijn mentor dat hij heel blij werd van de kwaliteit van mijn code en de duidelijke onderbouwing.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r>
              <a:rPr lang="nl-NL" dirty="0"/>
              <a:t>Voor het testen heb ik mijn aanpak aangepast na een gesprek met een test expert binnen Sogeti. Op basis daarvan ben ik gaan werken volgens TMAP, dat richtlijnen en best practices biedt en is ontwikkelt door Sogeti.</a:t>
            </a:r>
          </a:p>
          <a:p>
            <a:r>
              <a:rPr lang="nl-NL" dirty="0"/>
              <a:t>Ik heb dit toegepast door testcases op te stellen waarin ik per scenario vastleg wat de input is, wat ik verwacht en wat het daadwerkelijke resultaat is. Op deze manier kon ik controleren of het systeem werkt, of de uitkomsten kloppen en wat dit zegt over de kwaliteit van de data. In eerste instantie wilde ik de ISO 25010 standaard gebruiken, maar tijdens onderzoeken merkte ik dat deze vooral beschrijft wat kwaliteit is met een heleboel kenmerken, maar niet hoe je dit test in een data omgeving. Daarom heb ik mijn aanpak aangepast en gekozen voor een data quality testing en performance testing aanpak die beschreven staan in TMAP omdat dit beter aansluit op het testen van data en het CDC component. </a:t>
            </a:r>
          </a:p>
        </p:txBody>
      </p:sp>
      <p:sp>
        <p:nvSpPr>
          <p:cNvPr id="4" name="Slide Number Placeholder 3">
            <a:extLst>
              <a:ext uri="{FF2B5EF4-FFF2-40B4-BE49-F238E27FC236}">
                <a16:creationId xmlns:a16="http://schemas.microsoft.com/office/drawing/2014/main" id="{FBE55B94-1160-2C53-D9CB-A957ECC35DD1}"/>
              </a:ext>
            </a:extLst>
          </p:cNvPr>
          <p:cNvSpPr>
            <a:spLocks noGrp="1"/>
          </p:cNvSpPr>
          <p:nvPr>
            <p:ph type="sldNum" sz="quarter" idx="5"/>
          </p:nvPr>
        </p:nvSpPr>
        <p:spPr/>
        <p:txBody>
          <a:bodyPr/>
          <a:lstStyle/>
          <a:p>
            <a:fld id="{B4E4B6EF-0CB7-475A-8621-7E8A6C7A8804}" type="slidenum">
              <a:rPr lang="en-NL" smtClean="0"/>
              <a:t>12</a:t>
            </a:fld>
            <a:endParaRPr lang="en-NL"/>
          </a:p>
        </p:txBody>
      </p:sp>
    </p:spTree>
    <p:extLst>
      <p:ext uri="{BB962C8B-B14F-4D97-AF65-F5344CB8AC3E}">
        <p14:creationId xmlns:p14="http://schemas.microsoft.com/office/powerpoint/2010/main" val="2429299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2515A-8F80-D48F-9510-F75B9035D1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DB2B1-3F3B-D717-E9ED-FEEACD288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47721-9E77-92F6-2AF9-BD4DE283430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4807C573-5739-D415-C858-88DA28B16EAA}"/>
              </a:ext>
            </a:extLst>
          </p:cNvPr>
          <p:cNvSpPr>
            <a:spLocks noGrp="1"/>
          </p:cNvSpPr>
          <p:nvPr>
            <p:ph type="sldNum" sz="quarter" idx="5"/>
          </p:nvPr>
        </p:nvSpPr>
        <p:spPr/>
        <p:txBody>
          <a:bodyPr/>
          <a:lstStyle/>
          <a:p>
            <a:fld id="{B4E4B6EF-0CB7-475A-8621-7E8A6C7A8804}" type="slidenum">
              <a:rPr lang="en-NL" smtClean="0"/>
              <a:t>13</a:t>
            </a:fld>
            <a:endParaRPr lang="en-NL"/>
          </a:p>
        </p:txBody>
      </p:sp>
    </p:spTree>
    <p:extLst>
      <p:ext uri="{BB962C8B-B14F-4D97-AF65-F5344CB8AC3E}">
        <p14:creationId xmlns:p14="http://schemas.microsoft.com/office/powerpoint/2010/main" val="889195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A3709-C52B-33DB-C369-A7DF7D92F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078298-7EBE-DBE4-1CF5-E709BDDEF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B87BB-BD40-19F7-DD12-1D3FF929EBE4}"/>
              </a:ext>
            </a:extLst>
          </p:cNvPr>
          <p:cNvSpPr>
            <a:spLocks noGrp="1"/>
          </p:cNvSpPr>
          <p:nvPr>
            <p:ph type="body" idx="1"/>
          </p:nvPr>
        </p:nvSpPr>
        <p:spPr/>
        <p:txBody>
          <a:bodyPr/>
          <a:lstStyle/>
          <a:p>
            <a:r>
              <a:rPr lang="nl-NL" dirty="0"/>
              <a:t>In deze fase heb ik mijn leerproces bewust gestuurd door mijn aanpak te evalueren en deze gericht te verbeteren.</a:t>
            </a:r>
          </a:p>
          <a:p>
            <a:endParaRPr lang="nl-NL" dirty="0"/>
          </a:p>
          <a:p>
            <a:pPr lvl="0"/>
            <a:r>
              <a:rPr lang="nl-NL" sz="1200" kern="1200" dirty="0">
                <a:solidFill>
                  <a:schemeClr val="tx1"/>
                </a:solidFill>
                <a:effectLst/>
                <a:latin typeface="+mn-lt"/>
                <a:ea typeface="+mn-ea"/>
                <a:cs typeface="+mn-cs"/>
              </a:rPr>
              <a:t>Ik heb mijn leerproces vastgelegd door middel van een reflectielogboek, en dit keer op basis van de STARR methode. Dit heb ik gedaan om inzicht te krijgen in mijn eigen keuzes, fouten en verbeterpunten en om mijn ontwikkeling bewust te sturen richting zelfstandig uitvoeren van (complexe) projecten.</a:t>
            </a:r>
          </a:p>
          <a:p>
            <a:pPr lvl="0"/>
            <a:endParaRPr lang="en-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Ook heb ik een evaluatiegesprek gevoerd met mijn bedrijfsmentor waarin wij mijn aanpak, gemaakte keuzes en de resultaten hebben besproken. Op basis hiervan heb ik goed inzicht gekregen in wat goed ging en wat ik beter kon doen. Deze inzichten kan ik gebruiken om mijzelf in de toekomst verder te ontwikkelen.</a:t>
            </a:r>
            <a:endParaRPr lang="en-NL"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10D509A-FE5B-51B5-94DA-B8F938D614D0}"/>
              </a:ext>
            </a:extLst>
          </p:cNvPr>
          <p:cNvSpPr>
            <a:spLocks noGrp="1"/>
          </p:cNvSpPr>
          <p:nvPr>
            <p:ph type="sldNum" sz="quarter" idx="5"/>
          </p:nvPr>
        </p:nvSpPr>
        <p:spPr/>
        <p:txBody>
          <a:bodyPr/>
          <a:lstStyle/>
          <a:p>
            <a:fld id="{B4E4B6EF-0CB7-475A-8621-7E8A6C7A8804}" type="slidenum">
              <a:rPr lang="en-NL" smtClean="0"/>
              <a:t>14</a:t>
            </a:fld>
            <a:endParaRPr lang="en-NL"/>
          </a:p>
        </p:txBody>
      </p:sp>
    </p:spTree>
    <p:extLst>
      <p:ext uri="{BB962C8B-B14F-4D97-AF65-F5344CB8AC3E}">
        <p14:creationId xmlns:p14="http://schemas.microsoft.com/office/powerpoint/2010/main" val="1389899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B4E4B6EF-0CB7-475A-8621-7E8A6C7A8804}" type="slidenum">
              <a:rPr lang="en-NL" smtClean="0"/>
              <a:t>15</a:t>
            </a:fld>
            <a:endParaRPr lang="en-NL"/>
          </a:p>
        </p:txBody>
      </p:sp>
    </p:spTree>
    <p:extLst>
      <p:ext uri="{BB962C8B-B14F-4D97-AF65-F5344CB8AC3E}">
        <p14:creationId xmlns:p14="http://schemas.microsoft.com/office/powerpoint/2010/main" val="1119258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36646-C9F4-B91B-3E06-5E1EF62A5C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8E0B9-8DE9-6763-FBA5-C161E7615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823E6-0706-3FA8-2BB9-8D90A76AFF56}"/>
              </a:ext>
            </a:extLst>
          </p:cNvPr>
          <p:cNvSpPr>
            <a:spLocks noGrp="1"/>
          </p:cNvSpPr>
          <p:nvPr>
            <p:ph type="body" idx="1"/>
          </p:nvPr>
        </p:nvSpPr>
        <p:spPr/>
        <p:txBody>
          <a:bodyPr/>
          <a:lstStyle/>
          <a:p>
            <a:r>
              <a:rPr lang="nl-NL" dirty="0"/>
              <a:t>Ik heb het datamodel aangepast omdat de update strategie hier nog niet in was verwerkt.</a:t>
            </a:r>
          </a:p>
          <a:p>
            <a:endParaRPr lang="nl-NL" dirty="0"/>
          </a:p>
          <a:p>
            <a:r>
              <a:rPr lang="nl-NL" dirty="0"/>
              <a:t>Verder heb ik een nieuwe update strategie ontworpen en uitgewerkt. Tijdens een meeting met mijn begeleider kwam naar voren dat ik nog geen strategie had voor updates in het component, terwijl klanten hier soms ook willen kiezen tussen het overschrijven van data of het bijhouden van historie. Op basis van deze feedback heb ik dit toegevoegd aan mijn ontwerp. </a:t>
            </a:r>
          </a:p>
          <a:p>
            <a:endParaRPr lang="nl-NL" dirty="0"/>
          </a:p>
          <a:p>
            <a:r>
              <a:rPr lang="nl-NL" dirty="0"/>
              <a:t>Daarnaast heb ik ook de delete strategie verder uitgewerkt. Deze stond eerst niet op de planning door tijdsdruk, maar was wel al ontworpen en heb ik in deze fase alsnog geïmplementeerd. </a:t>
            </a:r>
          </a:p>
          <a:p>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Deze toevoegingen zorgen er voor dat het component nauw aansluit bij de eventuele wensen van de klant, wat de business waarde van het component voor Sogeti verhoogd.</a:t>
            </a:r>
          </a:p>
          <a:p>
            <a:endParaRPr lang="nl-NL" dirty="0"/>
          </a:p>
        </p:txBody>
      </p:sp>
      <p:sp>
        <p:nvSpPr>
          <p:cNvPr id="4" name="Slide Number Placeholder 3">
            <a:extLst>
              <a:ext uri="{FF2B5EF4-FFF2-40B4-BE49-F238E27FC236}">
                <a16:creationId xmlns:a16="http://schemas.microsoft.com/office/drawing/2014/main" id="{872BA45D-1446-F9AA-9933-A2CAFC18236E}"/>
              </a:ext>
            </a:extLst>
          </p:cNvPr>
          <p:cNvSpPr>
            <a:spLocks noGrp="1"/>
          </p:cNvSpPr>
          <p:nvPr>
            <p:ph type="sldNum" sz="quarter" idx="5"/>
          </p:nvPr>
        </p:nvSpPr>
        <p:spPr/>
        <p:txBody>
          <a:bodyPr/>
          <a:lstStyle/>
          <a:p>
            <a:fld id="{B4E4B6EF-0CB7-475A-8621-7E8A6C7A8804}" type="slidenum">
              <a:rPr lang="en-NL" smtClean="0"/>
              <a:t>16</a:t>
            </a:fld>
            <a:endParaRPr lang="en-NL"/>
          </a:p>
        </p:txBody>
      </p:sp>
    </p:spTree>
    <p:extLst>
      <p:ext uri="{BB962C8B-B14F-4D97-AF65-F5344CB8AC3E}">
        <p14:creationId xmlns:p14="http://schemas.microsoft.com/office/powerpoint/2010/main" val="1040217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13322-5A2D-524B-F2EB-997461568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07B1F-5607-B47C-D75D-0F517FDD3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092CF-BF45-B9ED-895C-AAE68EB8ECD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9DFD9D14-8B90-BB73-EB83-22B3A3CCEC9D}"/>
              </a:ext>
            </a:extLst>
          </p:cNvPr>
          <p:cNvSpPr>
            <a:spLocks noGrp="1"/>
          </p:cNvSpPr>
          <p:nvPr>
            <p:ph type="sldNum" sz="quarter" idx="5"/>
          </p:nvPr>
        </p:nvSpPr>
        <p:spPr/>
        <p:txBody>
          <a:bodyPr/>
          <a:lstStyle/>
          <a:p>
            <a:fld id="{B4E4B6EF-0CB7-475A-8621-7E8A6C7A8804}" type="slidenum">
              <a:rPr lang="en-NL" smtClean="0"/>
              <a:t>17</a:t>
            </a:fld>
            <a:endParaRPr lang="en-NL"/>
          </a:p>
        </p:txBody>
      </p:sp>
    </p:spTree>
    <p:extLst>
      <p:ext uri="{BB962C8B-B14F-4D97-AF65-F5344CB8AC3E}">
        <p14:creationId xmlns:p14="http://schemas.microsoft.com/office/powerpoint/2010/main" val="1243655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2E46A-9636-7A75-B18F-67FE1B185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70158-321A-D370-59E4-342DE6802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B8447-5DA8-6247-2E59-5595627445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 </a:t>
            </a:r>
            <a:r>
              <a:rPr lang="en-GB" dirty="0" err="1"/>
              <a:t>deze</a:t>
            </a:r>
            <a:r>
              <a:rPr lang="en-GB" dirty="0"/>
              <a:t> </a:t>
            </a:r>
            <a:r>
              <a:rPr lang="en-GB" dirty="0" err="1"/>
              <a:t>fase</a:t>
            </a:r>
            <a:r>
              <a:rPr lang="en-GB" dirty="0"/>
              <a:t> </a:t>
            </a:r>
            <a:r>
              <a:rPr lang="en-GB" dirty="0" err="1"/>
              <a:t>heb</a:t>
            </a:r>
            <a:r>
              <a:rPr lang="en-GB" dirty="0"/>
              <a:t> </a:t>
            </a:r>
            <a:r>
              <a:rPr lang="en-GB" dirty="0" err="1"/>
              <a:t>ik</a:t>
            </a:r>
            <a:r>
              <a:rPr lang="en-GB" dirty="0"/>
              <a:t> de </a:t>
            </a:r>
            <a:r>
              <a:rPr lang="en-GB" dirty="0" err="1"/>
              <a:t>eerste</a:t>
            </a:r>
            <a:r>
              <a:rPr lang="en-GB" dirty="0"/>
              <a:t> </a:t>
            </a:r>
            <a:r>
              <a:rPr lang="en-GB" dirty="0" err="1"/>
              <a:t>implementatie</a:t>
            </a:r>
            <a:r>
              <a:rPr lang="en-GB" dirty="0"/>
              <a:t> van </a:t>
            </a:r>
            <a:r>
              <a:rPr lang="en-GB" dirty="0" err="1"/>
              <a:t>fase</a:t>
            </a:r>
            <a:r>
              <a:rPr lang="en-GB" dirty="0"/>
              <a:t> 2 </a:t>
            </a:r>
            <a:r>
              <a:rPr lang="en-GB" dirty="0" err="1"/>
              <a:t>verder</a:t>
            </a:r>
            <a:r>
              <a:rPr lang="en-GB" dirty="0"/>
              <a:t> </a:t>
            </a:r>
            <a:r>
              <a:rPr lang="en-GB" dirty="0" err="1"/>
              <a:t>uitgewerkt</a:t>
            </a:r>
            <a:r>
              <a:rPr lang="en-GB" dirty="0"/>
              <a:t>. De </a:t>
            </a:r>
            <a:r>
              <a:rPr lang="en-GB" dirty="0" err="1"/>
              <a:t>implementatie</a:t>
            </a:r>
            <a:r>
              <a:rPr lang="en-GB" dirty="0"/>
              <a:t> is </a:t>
            </a:r>
            <a:r>
              <a:rPr lang="en-GB" dirty="0" err="1"/>
              <a:t>gerealiseerd</a:t>
            </a:r>
            <a:r>
              <a:rPr lang="en-GB" dirty="0"/>
              <a:t> in 2 </a:t>
            </a:r>
            <a:r>
              <a:rPr lang="en-GB" dirty="0" err="1"/>
              <a:t>varianten</a:t>
            </a:r>
            <a:r>
              <a:rPr lang="en-GB" dirty="0"/>
              <a:t>: de SQL </a:t>
            </a:r>
            <a:r>
              <a:rPr lang="en-GB" dirty="0" err="1"/>
              <a:t>oplossing</a:t>
            </a:r>
            <a:r>
              <a:rPr lang="en-GB" dirty="0"/>
              <a:t> </a:t>
            </a:r>
            <a:r>
              <a:rPr lang="en-GB" dirty="0" err="1"/>
              <a:t>en</a:t>
            </a:r>
            <a:r>
              <a:rPr lang="en-GB" dirty="0"/>
              <a:t> de Python </a:t>
            </a:r>
            <a:r>
              <a:rPr lang="en-GB" dirty="0" err="1"/>
              <a:t>oplossing</a:t>
            </a:r>
            <a:r>
              <a:rPr lang="en-GB"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lvl="0"/>
            <a:r>
              <a:rPr lang="nl-NL" sz="1200" kern="1200" dirty="0">
                <a:solidFill>
                  <a:schemeClr val="tx1"/>
                </a:solidFill>
                <a:effectLst/>
                <a:latin typeface="+mn-lt"/>
                <a:ea typeface="+mn-ea"/>
                <a:cs typeface="+mn-cs"/>
              </a:rPr>
              <a:t>De implementatie van SQL draait volledig in Snowflake door middle van een zogehete stored procedure. Tijdens de implementatie kwam ik erachter dat een losse set queries moeilijk te beheren en foutgevoelig is. Een stored procedure zorgt er voor dat het hele proces uitgevoerd kan worden door deze met 1 regel aan te roepen. </a:t>
            </a:r>
            <a:endParaRPr lang="en-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lvl="0"/>
            <a:r>
              <a:rPr lang="nl-NL" sz="1200" kern="1200" dirty="0">
                <a:solidFill>
                  <a:schemeClr val="tx1"/>
                </a:solidFill>
                <a:effectLst/>
                <a:latin typeface="+mn-lt"/>
                <a:ea typeface="+mn-ea"/>
                <a:cs typeface="+mn-cs"/>
              </a:rPr>
              <a:t>De implementatie in Python draait via een Jupyter Notebook, deze worden vaak gebruikt voor experimenteren en testen omdat je code stap voor stap kunt uitvoeren en direct het resultaat kunt zien. Voor gebruik in een productiepipeline is een Notebook minder geschikt, omdat deze minder goed te automatiseren en te beheren is omdat deze ontworpen zijn voor analyse, experimenteren en combineren van code en uitleg. In dat geval is een ‘normaal’ python script beter, omdat deze beter te integreren zijn in Snowflake en automatisch kan draaien.</a:t>
            </a:r>
          </a:p>
          <a:p>
            <a:pPr lvl="0"/>
            <a:endParaRPr lang="nl-NL" sz="1200" kern="1200" dirty="0">
              <a:solidFill>
                <a:schemeClr val="tx1"/>
              </a:solidFill>
              <a:effectLst/>
              <a:latin typeface="+mn-lt"/>
              <a:ea typeface="+mn-ea"/>
              <a:cs typeface="+mn-cs"/>
            </a:endParaRPr>
          </a:p>
          <a:p>
            <a:pPr lvl="0"/>
            <a:r>
              <a:rPr lang="nl-NL" sz="1200" kern="1200" dirty="0">
                <a:solidFill>
                  <a:schemeClr val="tx1"/>
                </a:solidFill>
                <a:effectLst/>
                <a:latin typeface="+mn-lt"/>
                <a:ea typeface="+mn-ea"/>
                <a:cs typeface="+mn-cs"/>
              </a:rPr>
              <a:t>De oplossing is in tegenstelling tot de eerste implementatie dynamisch gemaakt. Dit maakt het component herbruikbaar.</a:t>
            </a:r>
            <a:endParaRPr lang="en-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kern="1200" dirty="0">
                <a:solidFill>
                  <a:schemeClr val="tx1"/>
                </a:solidFill>
                <a:effectLst/>
                <a:latin typeface="+mn-lt"/>
                <a:ea typeface="+mn-ea"/>
                <a:cs typeface="+mn-cs"/>
              </a:rPr>
              <a:t>Ik heb de update logica aangepast omdat deze in de beginsituatie niet correct werkte. Tijdens het testen bleek dat updates niet goed werden gedetecteerd door de manier waarop hashing werd toegepast. Op basis van deze bevinding heb ik de logica aangepast zodat alleen relevante kolommen worden meegenomen bij het genereren van een hash. Dit heb ik gedaan door de Snowflake documentatie te raadplegen.</a:t>
            </a:r>
            <a:endParaRPr lang="en-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a:p>
            <a:pPr lvl="0"/>
            <a:r>
              <a:rPr lang="nl-NL" sz="1200" kern="1200" dirty="0">
                <a:solidFill>
                  <a:schemeClr val="tx1"/>
                </a:solidFill>
                <a:effectLst/>
                <a:latin typeface="+mn-lt"/>
                <a:ea typeface="+mn-ea"/>
                <a:cs typeface="+mn-cs"/>
              </a:rPr>
              <a:t>Ik heb de delete strategie uitgebreid door naast soft delete ook hard delete te implementeren. In de eerste implementatie werd data alleen ‘zacht’ verwijderd (afgesloten maar nog wel terug te vinden in de data), maar ‘hard’ verwijderen (fysiek uit de database verwijderen) stond eerst ook op de planning. Door omstandigheden was dit van de planning geschrapt, maar nu is deze toch geimplementeerd.</a:t>
            </a:r>
            <a:endParaRPr lang="en-NL"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nl-NL" dirty="0"/>
          </a:p>
        </p:txBody>
      </p:sp>
      <p:sp>
        <p:nvSpPr>
          <p:cNvPr id="4" name="Slide Number Placeholder 3">
            <a:extLst>
              <a:ext uri="{FF2B5EF4-FFF2-40B4-BE49-F238E27FC236}">
                <a16:creationId xmlns:a16="http://schemas.microsoft.com/office/drawing/2014/main" id="{57121331-0B9E-3A2B-11F5-992EC38B3B51}"/>
              </a:ext>
            </a:extLst>
          </p:cNvPr>
          <p:cNvSpPr>
            <a:spLocks noGrp="1"/>
          </p:cNvSpPr>
          <p:nvPr>
            <p:ph type="sldNum" sz="quarter" idx="5"/>
          </p:nvPr>
        </p:nvSpPr>
        <p:spPr/>
        <p:txBody>
          <a:bodyPr/>
          <a:lstStyle/>
          <a:p>
            <a:fld id="{B4E4B6EF-0CB7-475A-8621-7E8A6C7A8804}" type="slidenum">
              <a:rPr lang="en-NL" smtClean="0"/>
              <a:t>18</a:t>
            </a:fld>
            <a:endParaRPr lang="en-NL"/>
          </a:p>
        </p:txBody>
      </p:sp>
    </p:spTree>
    <p:extLst>
      <p:ext uri="{BB962C8B-B14F-4D97-AF65-F5344CB8AC3E}">
        <p14:creationId xmlns:p14="http://schemas.microsoft.com/office/powerpoint/2010/main" val="3259228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7D9DD-F12E-F726-3B5F-46B3B5B3C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86A424-DCBD-A0C8-CB80-7C36D3CDC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A8727-FD28-A661-42F2-97EE9F42C5D1}"/>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3617E299-2672-EBA3-AC7C-902D8ADD42BE}"/>
              </a:ext>
            </a:extLst>
          </p:cNvPr>
          <p:cNvSpPr>
            <a:spLocks noGrp="1"/>
          </p:cNvSpPr>
          <p:nvPr>
            <p:ph type="sldNum" sz="quarter" idx="5"/>
          </p:nvPr>
        </p:nvSpPr>
        <p:spPr/>
        <p:txBody>
          <a:bodyPr/>
          <a:lstStyle/>
          <a:p>
            <a:fld id="{B4E4B6EF-0CB7-475A-8621-7E8A6C7A8804}" type="slidenum">
              <a:rPr lang="en-NL" smtClean="0"/>
              <a:t>19</a:t>
            </a:fld>
            <a:endParaRPr lang="en-NL"/>
          </a:p>
        </p:txBody>
      </p:sp>
    </p:spTree>
    <p:extLst>
      <p:ext uri="{BB962C8B-B14F-4D97-AF65-F5344CB8AC3E}">
        <p14:creationId xmlns:p14="http://schemas.microsoft.com/office/powerpoint/2010/main" val="26510245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4DAAA-382F-A535-450D-32632F8C6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700E1-4669-16B7-6668-D6E27E2818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33EEF-1697-DC3E-487B-F5394FE3156C}"/>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C30C5C2-9788-33AA-523F-12A5524A204B}"/>
              </a:ext>
            </a:extLst>
          </p:cNvPr>
          <p:cNvSpPr>
            <a:spLocks noGrp="1"/>
          </p:cNvSpPr>
          <p:nvPr>
            <p:ph type="sldNum" sz="quarter" idx="5"/>
          </p:nvPr>
        </p:nvSpPr>
        <p:spPr/>
        <p:txBody>
          <a:bodyPr/>
          <a:lstStyle/>
          <a:p>
            <a:fld id="{B4E4B6EF-0CB7-475A-8621-7E8A6C7A8804}" type="slidenum">
              <a:rPr lang="en-NL" smtClean="0"/>
              <a:t>20</a:t>
            </a:fld>
            <a:endParaRPr lang="en-NL"/>
          </a:p>
        </p:txBody>
      </p:sp>
    </p:spTree>
    <p:extLst>
      <p:ext uri="{BB962C8B-B14F-4D97-AF65-F5344CB8AC3E}">
        <p14:creationId xmlns:p14="http://schemas.microsoft.com/office/powerpoint/2010/main" val="24181139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5452B-5978-ADAB-D458-F54B3ED2AA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481BF-E477-C973-A22F-7CEA554424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9E09A-91C4-E20F-4FDB-508CF50A0C1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159553B1-8B79-3F64-8CEA-255E4E065C43}"/>
              </a:ext>
            </a:extLst>
          </p:cNvPr>
          <p:cNvSpPr>
            <a:spLocks noGrp="1"/>
          </p:cNvSpPr>
          <p:nvPr>
            <p:ph type="sldNum" sz="quarter" idx="5"/>
          </p:nvPr>
        </p:nvSpPr>
        <p:spPr/>
        <p:txBody>
          <a:bodyPr/>
          <a:lstStyle/>
          <a:p>
            <a:fld id="{B4E4B6EF-0CB7-475A-8621-7E8A6C7A8804}" type="slidenum">
              <a:rPr lang="en-NL" smtClean="0"/>
              <a:t>21</a:t>
            </a:fld>
            <a:endParaRPr lang="en-NL"/>
          </a:p>
        </p:txBody>
      </p:sp>
    </p:spTree>
    <p:extLst>
      <p:ext uri="{BB962C8B-B14F-4D97-AF65-F5344CB8AC3E}">
        <p14:creationId xmlns:p14="http://schemas.microsoft.com/office/powerpoint/2010/main" val="15690850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87127-1438-120A-32E6-15F8199A9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A3B6C-F0A4-BC27-485C-29320A1E3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7DA41-29C6-B973-6ABA-62DD8E09439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69C35292-A951-23A5-ED9E-576374BAC70F}"/>
              </a:ext>
            </a:extLst>
          </p:cNvPr>
          <p:cNvSpPr>
            <a:spLocks noGrp="1"/>
          </p:cNvSpPr>
          <p:nvPr>
            <p:ph type="sldNum" sz="quarter" idx="5"/>
          </p:nvPr>
        </p:nvSpPr>
        <p:spPr/>
        <p:txBody>
          <a:bodyPr/>
          <a:lstStyle/>
          <a:p>
            <a:fld id="{B4E4B6EF-0CB7-475A-8621-7E8A6C7A8804}" type="slidenum">
              <a:rPr lang="en-NL" smtClean="0"/>
              <a:t>22</a:t>
            </a:fld>
            <a:endParaRPr lang="en-NL"/>
          </a:p>
        </p:txBody>
      </p:sp>
    </p:spTree>
    <p:extLst>
      <p:ext uri="{BB962C8B-B14F-4D97-AF65-F5344CB8AC3E}">
        <p14:creationId xmlns:p14="http://schemas.microsoft.com/office/powerpoint/2010/main" val="29752619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77F2F-2CC6-7F18-832B-A9DDFF8BC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76746-A51E-BF2D-6630-DE2CBB378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B2EAB-07EA-DD80-4216-4A0A3034D89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38359DAB-1046-8F75-9DA7-CFF3100D8AD7}"/>
              </a:ext>
            </a:extLst>
          </p:cNvPr>
          <p:cNvSpPr>
            <a:spLocks noGrp="1"/>
          </p:cNvSpPr>
          <p:nvPr>
            <p:ph type="sldNum" sz="quarter" idx="5"/>
          </p:nvPr>
        </p:nvSpPr>
        <p:spPr/>
        <p:txBody>
          <a:bodyPr/>
          <a:lstStyle/>
          <a:p>
            <a:fld id="{B4E4B6EF-0CB7-475A-8621-7E8A6C7A8804}" type="slidenum">
              <a:rPr lang="en-NL" smtClean="0"/>
              <a:t>23</a:t>
            </a:fld>
            <a:endParaRPr lang="en-NL"/>
          </a:p>
        </p:txBody>
      </p:sp>
    </p:spTree>
    <p:extLst>
      <p:ext uri="{BB962C8B-B14F-4D97-AF65-F5344CB8AC3E}">
        <p14:creationId xmlns:p14="http://schemas.microsoft.com/office/powerpoint/2010/main" val="13637043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C4B53-C52D-F4AE-126F-2D705CE3A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1BCD8-14CF-ECFE-89EF-326C64BB0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E0ADF-95EE-399E-F436-2125A57F786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08CB81E-8710-E4E3-303A-BD183B1EB2E8}"/>
              </a:ext>
            </a:extLst>
          </p:cNvPr>
          <p:cNvSpPr>
            <a:spLocks noGrp="1"/>
          </p:cNvSpPr>
          <p:nvPr>
            <p:ph type="sldNum" sz="quarter" idx="5"/>
          </p:nvPr>
        </p:nvSpPr>
        <p:spPr/>
        <p:txBody>
          <a:bodyPr/>
          <a:lstStyle/>
          <a:p>
            <a:fld id="{B4E4B6EF-0CB7-475A-8621-7E8A6C7A8804}" type="slidenum">
              <a:rPr lang="en-NL" smtClean="0"/>
              <a:t>24</a:t>
            </a:fld>
            <a:endParaRPr lang="en-NL"/>
          </a:p>
        </p:txBody>
      </p:sp>
    </p:spTree>
    <p:extLst>
      <p:ext uri="{BB962C8B-B14F-4D97-AF65-F5344CB8AC3E}">
        <p14:creationId xmlns:p14="http://schemas.microsoft.com/office/powerpoint/2010/main" val="20319251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4E4B6EF-0CB7-475A-8621-7E8A6C7A8804}" type="slidenum">
              <a:rPr lang="en-NL" smtClean="0"/>
              <a:t>25</a:t>
            </a:fld>
            <a:endParaRPr lang="en-NL"/>
          </a:p>
        </p:txBody>
      </p:sp>
    </p:spTree>
    <p:extLst>
      <p:ext uri="{BB962C8B-B14F-4D97-AF65-F5344CB8AC3E}">
        <p14:creationId xmlns:p14="http://schemas.microsoft.com/office/powerpoint/2010/main" val="1624390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B4E4B6EF-0CB7-475A-8621-7E8A6C7A8804}" type="slidenum">
              <a:rPr lang="en-NL" smtClean="0"/>
              <a:t>26</a:t>
            </a:fld>
            <a:endParaRPr lang="en-NL"/>
          </a:p>
        </p:txBody>
      </p:sp>
    </p:spTree>
    <p:extLst>
      <p:ext uri="{BB962C8B-B14F-4D97-AF65-F5344CB8AC3E}">
        <p14:creationId xmlns:p14="http://schemas.microsoft.com/office/powerpoint/2010/main" val="2367169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6F544-BBE0-4932-5E94-8CE6697D69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35ADB-911C-2703-EBDE-E8C482C52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84E0B-751E-68DA-7CA4-569417FF4843}"/>
              </a:ext>
            </a:extLst>
          </p:cNvPr>
          <p:cNvSpPr>
            <a:spLocks noGrp="1"/>
          </p:cNvSpPr>
          <p:nvPr>
            <p:ph type="body" idx="1"/>
          </p:nvPr>
        </p:nvSpPr>
        <p:spPr/>
        <p:txBody>
          <a:bodyPr/>
          <a:lstStyle/>
          <a:p>
            <a:r>
              <a:rPr lang="nl-NL" dirty="0"/>
              <a:t>In deze fase heb ik mijn implementatie getest en gevalideerd.</a:t>
            </a:r>
          </a:p>
          <a:p>
            <a:r>
              <a:rPr lang="nl-NL" dirty="0"/>
              <a:t>Eerst wilde ik weten waarom testen? Ik heb hiervoor gesproken met en test expert binnen sogeti en daar uit is gekomen:</a:t>
            </a:r>
          </a:p>
          <a:p>
            <a:pPr marL="171450" indent="-171450">
              <a:buFont typeface="Arial" panose="020B0604020202020204" pitchFamily="34" charset="0"/>
              <a:buChar char="•"/>
            </a:pPr>
            <a:r>
              <a:rPr lang="nl-NL" dirty="0"/>
              <a:t>Controleren of het systeem doet wat verwacht wordt (eisen uit FO en TO)</a:t>
            </a:r>
          </a:p>
          <a:p>
            <a:pPr marL="171450" indent="-171450">
              <a:buFont typeface="Arial" panose="020B0604020202020204" pitchFamily="34" charset="0"/>
              <a:buChar char="•"/>
            </a:pPr>
            <a:r>
              <a:rPr lang="nl-NL" noProof="0" dirty="0"/>
              <a:t>Geeft inzicht in kwaliteit</a:t>
            </a:r>
            <a:r>
              <a:rPr lang="nl-NL" dirty="0"/>
              <a:t> van het product</a:t>
            </a:r>
          </a:p>
          <a:p>
            <a:pPr marL="171450" indent="-171450">
              <a:buFont typeface="Arial" panose="020B0604020202020204" pitchFamily="34" charset="0"/>
              <a:buChar char="•"/>
            </a:pPr>
            <a:r>
              <a:rPr lang="nl-NL" dirty="0"/>
              <a:t>Kwaliteit = waarde voor de business</a:t>
            </a:r>
          </a:p>
          <a:p>
            <a:pPr marL="0" indent="0">
              <a:buFont typeface="Arial" panose="020B0604020202020204" pitchFamily="34" charset="0"/>
              <a:buNone/>
            </a:pPr>
            <a:endParaRPr lang="en-GB" dirty="0"/>
          </a:p>
          <a:p>
            <a:r>
              <a:rPr lang="nl-NL" dirty="0"/>
              <a:t>De oplossing moet niet alleen correct zijn, maar ook bruikbaar in de praktijk. Performance bepaalt of de oplossing inzetbaar is bij grote datasets.</a:t>
            </a:r>
          </a:p>
          <a:p>
            <a:r>
              <a:rPr lang="nl-NL" dirty="0"/>
              <a:t>Deze aanpak sluit aan bij performance testing binnen TMAP, waarbij niet alleen het gedrag bij belasting wordt getest, maar ook het gedrag bij oplopende volumes.</a:t>
            </a:r>
          </a:p>
          <a:p>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Ik heb testcases opgesteld en uitgevoerd, en afwijkingen geanalyseerd. Een voorbeeld hiervan is dat ik de hashing en update logica heb aangepast nadat uit testen bleek dat wijzigingen niet goed werden gedetecteerd. </a:t>
            </a:r>
          </a:p>
          <a:p>
            <a:endParaRPr lang="nl-NL" dirty="0"/>
          </a:p>
        </p:txBody>
      </p:sp>
      <p:sp>
        <p:nvSpPr>
          <p:cNvPr id="4" name="Slide Number Placeholder 3">
            <a:extLst>
              <a:ext uri="{FF2B5EF4-FFF2-40B4-BE49-F238E27FC236}">
                <a16:creationId xmlns:a16="http://schemas.microsoft.com/office/drawing/2014/main" id="{46721D52-CEB5-5C61-25FE-F7CEAA4F5CE5}"/>
              </a:ext>
            </a:extLst>
          </p:cNvPr>
          <p:cNvSpPr>
            <a:spLocks noGrp="1"/>
          </p:cNvSpPr>
          <p:nvPr>
            <p:ph type="sldNum" sz="quarter" idx="5"/>
          </p:nvPr>
        </p:nvSpPr>
        <p:spPr/>
        <p:txBody>
          <a:bodyPr/>
          <a:lstStyle/>
          <a:p>
            <a:fld id="{B4E4B6EF-0CB7-475A-8621-7E8A6C7A8804}" type="slidenum">
              <a:rPr lang="en-NL" smtClean="0"/>
              <a:t>27</a:t>
            </a:fld>
            <a:endParaRPr lang="en-NL"/>
          </a:p>
        </p:txBody>
      </p:sp>
    </p:spTree>
    <p:extLst>
      <p:ext uri="{BB962C8B-B14F-4D97-AF65-F5344CB8AC3E}">
        <p14:creationId xmlns:p14="http://schemas.microsoft.com/office/powerpoint/2010/main" val="2400732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997DB-D51F-C620-D0C0-CD75CE9B0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CB90B-0D69-C2C0-BCEC-04814050B5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41A615-0B00-8BD4-3B09-88F00C6B8C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kern="1200" dirty="0">
                <a:solidFill>
                  <a:schemeClr val="tx1"/>
                </a:solidFill>
                <a:effectLst/>
                <a:latin typeface="+mn-lt"/>
                <a:ea typeface="+mn-ea"/>
                <a:cs typeface="+mn-cs"/>
              </a:rPr>
              <a:t>Ik heb de update logica aangepast omdat deze in de beginsituatie niet correct werkte. Tijdens het testen bleek dat updates niet goed werden gedetecteerd door de manier waarop hashing werd toegepast. Op basis van deze bevinding heb ik de logica aangepast zodat alleen relevante kolommen worden meegenomen bij het genereren van een hash. Dit heb ik gedaan door de Snowflake documentatie te raadplegen.</a:t>
            </a:r>
            <a:endParaRPr lang="en-NL" sz="1200" kern="1200">
              <a:solidFill>
                <a:schemeClr val="tx1"/>
              </a:solidFill>
              <a:effectLst/>
              <a:latin typeface="+mn-lt"/>
              <a:ea typeface="+mn-ea"/>
              <a:cs typeface="+mn-cs"/>
            </a:endParaRPr>
          </a:p>
          <a:p>
            <a:endParaRPr lang="nl-NL" dirty="0"/>
          </a:p>
        </p:txBody>
      </p:sp>
      <p:sp>
        <p:nvSpPr>
          <p:cNvPr id="4" name="Slide Number Placeholder 3">
            <a:extLst>
              <a:ext uri="{FF2B5EF4-FFF2-40B4-BE49-F238E27FC236}">
                <a16:creationId xmlns:a16="http://schemas.microsoft.com/office/drawing/2014/main" id="{2EA02B65-74B9-13F3-636D-6A055AF40031}"/>
              </a:ext>
            </a:extLst>
          </p:cNvPr>
          <p:cNvSpPr>
            <a:spLocks noGrp="1"/>
          </p:cNvSpPr>
          <p:nvPr>
            <p:ph type="sldNum" sz="quarter" idx="5"/>
          </p:nvPr>
        </p:nvSpPr>
        <p:spPr/>
        <p:txBody>
          <a:bodyPr/>
          <a:lstStyle/>
          <a:p>
            <a:fld id="{B4E4B6EF-0CB7-475A-8621-7E8A6C7A8804}" type="slidenum">
              <a:rPr lang="en-NL" smtClean="0"/>
              <a:t>28</a:t>
            </a:fld>
            <a:endParaRPr lang="en-NL"/>
          </a:p>
        </p:txBody>
      </p:sp>
    </p:spTree>
    <p:extLst>
      <p:ext uri="{BB962C8B-B14F-4D97-AF65-F5344CB8AC3E}">
        <p14:creationId xmlns:p14="http://schemas.microsoft.com/office/powerpoint/2010/main" val="5771362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9C4E1-0F91-5570-5303-DBCB03D8E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D2E247-5B6C-0F20-4E9F-7622CFADD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51DA1-CBD1-8713-96AD-D5CD52AD4579}"/>
              </a:ext>
            </a:extLst>
          </p:cNvPr>
          <p:cNvSpPr>
            <a:spLocks noGrp="1"/>
          </p:cNvSpPr>
          <p:nvPr>
            <p:ph type="body" idx="1"/>
          </p:nvPr>
        </p:nvSpPr>
        <p:spPr/>
        <p:txBody>
          <a:bodyPr/>
          <a:lstStyle/>
          <a:p>
            <a:r>
              <a:rPr lang="en-GB" dirty="0"/>
              <a:t>Ik </a:t>
            </a:r>
            <a:r>
              <a:rPr lang="en-GB" dirty="0" err="1"/>
              <a:t>heb</a:t>
            </a:r>
            <a:r>
              <a:rPr lang="en-GB" dirty="0"/>
              <a:t> 20 test cases </a:t>
            </a:r>
            <a:r>
              <a:rPr lang="en-GB" dirty="0" err="1"/>
              <a:t>uitgevoerd</a:t>
            </a:r>
            <a:r>
              <a:rPr lang="en-GB" dirty="0"/>
              <a:t>.</a:t>
            </a:r>
            <a:endParaRPr lang="en-NL" dirty="0"/>
          </a:p>
        </p:txBody>
      </p:sp>
      <p:sp>
        <p:nvSpPr>
          <p:cNvPr id="4" name="Slide Number Placeholder 3">
            <a:extLst>
              <a:ext uri="{FF2B5EF4-FFF2-40B4-BE49-F238E27FC236}">
                <a16:creationId xmlns:a16="http://schemas.microsoft.com/office/drawing/2014/main" id="{6DE9CE45-7152-0309-C1D0-7601F2185015}"/>
              </a:ext>
            </a:extLst>
          </p:cNvPr>
          <p:cNvSpPr>
            <a:spLocks noGrp="1"/>
          </p:cNvSpPr>
          <p:nvPr>
            <p:ph type="sldNum" sz="quarter" idx="5"/>
          </p:nvPr>
        </p:nvSpPr>
        <p:spPr/>
        <p:txBody>
          <a:bodyPr/>
          <a:lstStyle/>
          <a:p>
            <a:fld id="{B4E4B6EF-0CB7-475A-8621-7E8A6C7A8804}" type="slidenum">
              <a:rPr lang="en-NL" smtClean="0"/>
              <a:t>29</a:t>
            </a:fld>
            <a:endParaRPr lang="en-NL"/>
          </a:p>
        </p:txBody>
      </p:sp>
    </p:spTree>
    <p:extLst>
      <p:ext uri="{BB962C8B-B14F-4D97-AF65-F5344CB8AC3E}">
        <p14:creationId xmlns:p14="http://schemas.microsoft.com/office/powerpoint/2010/main" val="2419127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ADD4A-9A34-9C75-B76E-3F64F326A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83A86-F3D2-5686-8205-915ED4236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73049-CEA6-F703-58EC-B94CE5CC2505}"/>
              </a:ext>
            </a:extLst>
          </p:cNvPr>
          <p:cNvSpPr>
            <a:spLocks noGrp="1"/>
          </p:cNvSpPr>
          <p:nvPr>
            <p:ph type="body" idx="1"/>
          </p:nvPr>
        </p:nvSpPr>
        <p:spPr/>
        <p:txBody>
          <a:bodyPr/>
          <a:lstStyle/>
          <a:p>
            <a:r>
              <a:rPr lang="en-GB" dirty="0"/>
              <a:t>Ik </a:t>
            </a:r>
            <a:r>
              <a:rPr lang="en-GB" dirty="0" err="1"/>
              <a:t>heb</a:t>
            </a:r>
            <a:r>
              <a:rPr lang="en-GB" dirty="0"/>
              <a:t> </a:t>
            </a:r>
            <a:r>
              <a:rPr lang="en-GB" dirty="0" err="1"/>
              <a:t>meerdere</a:t>
            </a:r>
            <a:r>
              <a:rPr lang="en-GB" dirty="0"/>
              <a:t> performance test </a:t>
            </a:r>
            <a:r>
              <a:rPr lang="en-GB" dirty="0" err="1"/>
              <a:t>uitgevoerd</a:t>
            </a:r>
            <a:r>
              <a:rPr lang="en-GB" dirty="0"/>
              <a:t> </a:t>
            </a:r>
            <a:r>
              <a:rPr lang="en-GB" dirty="0" err="1"/>
              <a:t>en</a:t>
            </a:r>
            <a:r>
              <a:rPr lang="en-GB" dirty="0"/>
              <a:t> </a:t>
            </a:r>
            <a:r>
              <a:rPr lang="en-GB" dirty="0" err="1"/>
              <a:t>dit</a:t>
            </a:r>
            <a:r>
              <a:rPr lang="en-GB" dirty="0"/>
              <a:t> </a:t>
            </a:r>
            <a:r>
              <a:rPr lang="en-GB" dirty="0" err="1"/>
              <a:t>zijn</a:t>
            </a:r>
            <a:r>
              <a:rPr lang="en-GB" dirty="0"/>
              <a:t> de </a:t>
            </a:r>
            <a:r>
              <a:rPr lang="en-GB" dirty="0" err="1"/>
              <a:t>resultaten</a:t>
            </a:r>
            <a:r>
              <a:rPr lang="en-GB" dirty="0"/>
              <a:t> van de </a:t>
            </a:r>
            <a:r>
              <a:rPr lang="en-GB" dirty="0" err="1"/>
              <a:t>laatste</a:t>
            </a:r>
            <a:r>
              <a:rPr lang="en-GB" dirty="0"/>
              <a:t>. De Python </a:t>
            </a:r>
            <a:r>
              <a:rPr lang="en-GB" dirty="0" err="1"/>
              <a:t>versie</a:t>
            </a:r>
            <a:r>
              <a:rPr lang="en-GB" dirty="0"/>
              <a:t> had de </a:t>
            </a:r>
            <a:r>
              <a:rPr lang="en-GB" dirty="0" err="1"/>
              <a:t>meest</a:t>
            </a:r>
            <a:r>
              <a:rPr lang="en-GB" dirty="0"/>
              <a:t> </a:t>
            </a:r>
            <a:r>
              <a:rPr lang="en-GB" dirty="0" err="1"/>
              <a:t>uiteenlopende</a:t>
            </a:r>
            <a:r>
              <a:rPr lang="en-GB" dirty="0"/>
              <a:t> </a:t>
            </a:r>
            <a:r>
              <a:rPr lang="en-GB" dirty="0" err="1"/>
              <a:t>resultaten</a:t>
            </a:r>
            <a:r>
              <a:rPr lang="en-GB" dirty="0"/>
              <a:t>, </a:t>
            </a:r>
            <a:r>
              <a:rPr lang="en-GB" dirty="0" err="1"/>
              <a:t>hij</a:t>
            </a:r>
            <a:r>
              <a:rPr lang="en-GB" dirty="0"/>
              <a:t> deed er </a:t>
            </a:r>
            <a:r>
              <a:rPr lang="en-GB" dirty="0" err="1"/>
              <a:t>een</a:t>
            </a:r>
            <a:r>
              <a:rPr lang="en-GB" dirty="0"/>
              <a:t> </a:t>
            </a:r>
            <a:r>
              <a:rPr lang="en-GB" dirty="0" err="1"/>
              <a:t>keer</a:t>
            </a:r>
            <a:r>
              <a:rPr lang="en-GB" dirty="0"/>
              <a:t> 105 </a:t>
            </a:r>
            <a:r>
              <a:rPr lang="en-GB" dirty="0" err="1"/>
              <a:t>seconden</a:t>
            </a:r>
            <a:r>
              <a:rPr lang="en-GB" dirty="0"/>
              <a:t> over.</a:t>
            </a:r>
            <a:endParaRPr lang="en-NL" dirty="0"/>
          </a:p>
        </p:txBody>
      </p:sp>
      <p:sp>
        <p:nvSpPr>
          <p:cNvPr id="4" name="Slide Number Placeholder 3">
            <a:extLst>
              <a:ext uri="{FF2B5EF4-FFF2-40B4-BE49-F238E27FC236}">
                <a16:creationId xmlns:a16="http://schemas.microsoft.com/office/drawing/2014/main" id="{5B233258-24AD-09BB-7F25-AD83BDC6091C}"/>
              </a:ext>
            </a:extLst>
          </p:cNvPr>
          <p:cNvSpPr>
            <a:spLocks noGrp="1"/>
          </p:cNvSpPr>
          <p:nvPr>
            <p:ph type="sldNum" sz="quarter" idx="5"/>
          </p:nvPr>
        </p:nvSpPr>
        <p:spPr/>
        <p:txBody>
          <a:bodyPr/>
          <a:lstStyle/>
          <a:p>
            <a:fld id="{B4E4B6EF-0CB7-475A-8621-7E8A6C7A8804}" type="slidenum">
              <a:rPr lang="en-NL" smtClean="0"/>
              <a:t>30</a:t>
            </a:fld>
            <a:endParaRPr lang="en-NL"/>
          </a:p>
        </p:txBody>
      </p:sp>
    </p:spTree>
    <p:extLst>
      <p:ext uri="{BB962C8B-B14F-4D97-AF65-F5344CB8AC3E}">
        <p14:creationId xmlns:p14="http://schemas.microsoft.com/office/powerpoint/2010/main" val="41453492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B298A-7AF8-B610-452A-40453D3C4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F5823-3DDE-7675-56E5-97D5C2E19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78955-97A0-BAF6-E26F-24AC0F341C1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EFD21639-445C-6EC3-6B71-EF514985827A}"/>
              </a:ext>
            </a:extLst>
          </p:cNvPr>
          <p:cNvSpPr>
            <a:spLocks noGrp="1"/>
          </p:cNvSpPr>
          <p:nvPr>
            <p:ph type="sldNum" sz="quarter" idx="5"/>
          </p:nvPr>
        </p:nvSpPr>
        <p:spPr/>
        <p:txBody>
          <a:bodyPr/>
          <a:lstStyle/>
          <a:p>
            <a:fld id="{B4E4B6EF-0CB7-475A-8621-7E8A6C7A8804}" type="slidenum">
              <a:rPr lang="en-NL" smtClean="0"/>
              <a:t>31</a:t>
            </a:fld>
            <a:endParaRPr lang="en-NL"/>
          </a:p>
        </p:txBody>
      </p:sp>
    </p:spTree>
    <p:extLst>
      <p:ext uri="{BB962C8B-B14F-4D97-AF65-F5344CB8AC3E}">
        <p14:creationId xmlns:p14="http://schemas.microsoft.com/office/powerpoint/2010/main" val="11663907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361FA-0952-81F0-E5A2-6E3B0ADB9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73F51-7772-8664-3AD2-D030F4EB2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2CE541-D934-0E42-3545-5232565239E7}"/>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973BF2-F521-D222-7965-EA657DBCA852}"/>
              </a:ext>
            </a:extLst>
          </p:cNvPr>
          <p:cNvSpPr>
            <a:spLocks noGrp="1"/>
          </p:cNvSpPr>
          <p:nvPr>
            <p:ph type="sldNum" sz="quarter" idx="5"/>
          </p:nvPr>
        </p:nvSpPr>
        <p:spPr/>
        <p:txBody>
          <a:bodyPr/>
          <a:lstStyle/>
          <a:p>
            <a:fld id="{B4E4B6EF-0CB7-475A-8621-7E8A6C7A8804}" type="slidenum">
              <a:rPr lang="en-NL" smtClean="0"/>
              <a:t>32</a:t>
            </a:fld>
            <a:endParaRPr lang="en-NL"/>
          </a:p>
        </p:txBody>
      </p:sp>
    </p:spTree>
    <p:extLst>
      <p:ext uri="{BB962C8B-B14F-4D97-AF65-F5344CB8AC3E}">
        <p14:creationId xmlns:p14="http://schemas.microsoft.com/office/powerpoint/2010/main" val="38907627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361FD-445A-8F43-0AC4-18E2939C8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EF220-5F76-A582-A167-949F89789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C1E7F-DFE7-1B91-1ADD-204D5E547B24}"/>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8EAED0D4-E74B-D052-FA04-20B89BF9EC20}"/>
              </a:ext>
            </a:extLst>
          </p:cNvPr>
          <p:cNvSpPr>
            <a:spLocks noGrp="1"/>
          </p:cNvSpPr>
          <p:nvPr>
            <p:ph type="sldNum" sz="quarter" idx="5"/>
          </p:nvPr>
        </p:nvSpPr>
        <p:spPr/>
        <p:txBody>
          <a:bodyPr/>
          <a:lstStyle/>
          <a:p>
            <a:fld id="{B4E4B6EF-0CB7-475A-8621-7E8A6C7A8804}" type="slidenum">
              <a:rPr lang="en-NL" smtClean="0"/>
              <a:t>33</a:t>
            </a:fld>
            <a:endParaRPr lang="en-NL"/>
          </a:p>
        </p:txBody>
      </p:sp>
    </p:spTree>
    <p:extLst>
      <p:ext uri="{BB962C8B-B14F-4D97-AF65-F5344CB8AC3E}">
        <p14:creationId xmlns:p14="http://schemas.microsoft.com/office/powerpoint/2010/main" val="3803833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38767-07FE-EB39-AFC6-9E0BCE332A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66F02A55-5ED0-8D71-7229-87DF14DC22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53CA6898-3295-BCBE-4094-68D92C985153}"/>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1F4B8FC5-0BB2-B77F-3697-0E629F0AD13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6329807C-9806-46F8-392D-03BAB85B9374}"/>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950636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F1D8-9747-6D14-8A89-C162105CB243}"/>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FA4A709E-FBE5-53E2-1C84-037B9D13E9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08F7BBDC-4C65-3DC1-5344-DEDFD1A67494}"/>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3FD02EA1-F3AF-CE44-DB8B-B8DB5A1F8F8F}"/>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AD6ED67E-C449-6540-FB6C-D3366DC7C239}"/>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3242441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F77B-AD80-27D1-B67A-F24B62EC51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2551AEBF-AB15-D3A0-164E-629BAAC627E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734F0F-3FB8-7963-8298-81574BF29F47}"/>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503C7825-FB60-1C65-F3FE-AA6E02CEA40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D4404B2-7C0D-FC16-5B75-8A57CC3D6718}"/>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813523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545D9-10E5-8DD8-B1A8-3A9C394A760B}"/>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07F83C9E-000D-5C35-E88E-26CD38E212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9F0AC2D3-ED99-81AD-F316-B4321FA255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17E2132F-91DB-DC70-A587-8B926DB28CA4}"/>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6" name="Footer Placeholder 5">
            <a:extLst>
              <a:ext uri="{FF2B5EF4-FFF2-40B4-BE49-F238E27FC236}">
                <a16:creationId xmlns:a16="http://schemas.microsoft.com/office/drawing/2014/main" id="{DB3778C1-1391-8A64-D8D8-7D2423290316}"/>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99AF3D9A-BE04-3DC1-415E-CB545221A169}"/>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305247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06F2-C8A6-0EBC-98F5-42A6292B1104}"/>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16298B53-283E-E462-FB56-086A357FA0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B03E0F-7E89-5CF8-6617-1CAC70A82F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1E89E97D-B7E6-46FF-F16B-93ECF5C787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388739-9709-CFB6-B9EB-C48BD42757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85CEF62-5AFE-E6BC-2BDF-793ACE187253}"/>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8" name="Footer Placeholder 7">
            <a:extLst>
              <a:ext uri="{FF2B5EF4-FFF2-40B4-BE49-F238E27FC236}">
                <a16:creationId xmlns:a16="http://schemas.microsoft.com/office/drawing/2014/main" id="{8A79AA70-3069-1A07-FA23-3BCC2344DFC5}"/>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EB8FA59E-8FFE-FCD8-17D9-BBDC11D1A50F}"/>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072790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C7D9C-FA12-4AC9-B2C8-AF2996384E15}"/>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AD432CCA-10BB-29A6-1BBF-808256F15731}"/>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4" name="Footer Placeholder 3">
            <a:extLst>
              <a:ext uri="{FF2B5EF4-FFF2-40B4-BE49-F238E27FC236}">
                <a16:creationId xmlns:a16="http://schemas.microsoft.com/office/drawing/2014/main" id="{79563320-E529-9BE4-7037-D60F7362C1AA}"/>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2B2707B2-AF19-2B74-6493-9930E8B92DBE}"/>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1988818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5977F7-0301-7017-BE8E-D8C7B0C9BFBA}"/>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3" name="Footer Placeholder 2">
            <a:extLst>
              <a:ext uri="{FF2B5EF4-FFF2-40B4-BE49-F238E27FC236}">
                <a16:creationId xmlns:a16="http://schemas.microsoft.com/office/drawing/2014/main" id="{184562F2-080B-EED8-FFD8-2CCDEC6DE88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A93A3FA6-46D0-5D0B-FA70-842073F57828}"/>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3362521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E18DC-718B-29BD-6153-61C5017397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0336DD09-19F9-8C24-FDDE-6F6DDE0178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3119A590-6211-DCEC-C5B6-949855D45F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6EF4B8-FEB4-8E5A-F506-23E96D81B77C}"/>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6" name="Footer Placeholder 5">
            <a:extLst>
              <a:ext uri="{FF2B5EF4-FFF2-40B4-BE49-F238E27FC236}">
                <a16:creationId xmlns:a16="http://schemas.microsoft.com/office/drawing/2014/main" id="{AA10765B-49DA-B7A4-552E-A4EF2EB9281F}"/>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B90C6F6A-DCF6-1F21-CE7A-CF92D40303C8}"/>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743332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E6D0-984E-B60A-7257-8BD5AABE39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2FD87CCA-E90F-3BB1-16A9-6F033EFCA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F8FA121D-D348-6CEE-CB0E-AD31E22856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7202EA-80EB-1306-385B-6B2E91C78565}"/>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6" name="Footer Placeholder 5">
            <a:extLst>
              <a:ext uri="{FF2B5EF4-FFF2-40B4-BE49-F238E27FC236}">
                <a16:creationId xmlns:a16="http://schemas.microsoft.com/office/drawing/2014/main" id="{F0CB9066-BE0F-A349-2CCE-1BFAEBB2B4E3}"/>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5B163B-6766-2B81-242B-60F3C0349113}"/>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167642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3EB7-F5D0-E9C8-C465-AAD0D81FB71C}"/>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8980FB37-64A6-0172-28CE-FBB280D98B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669AC991-D4F9-28E2-20B6-2D08C0ACE512}"/>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84B9F300-08F3-BB53-F6C9-403A3FD6E85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A87CEFA-920C-84D4-9751-50096885D8AD}"/>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522013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FE9BD3-7819-C09B-A9AE-AAC5930FC0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93BD11A9-0BB3-516C-C13F-43827A34B6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7291D77-29C6-6132-2238-7B6C8693F786}"/>
              </a:ext>
            </a:extLst>
          </p:cNvPr>
          <p:cNvSpPr>
            <a:spLocks noGrp="1"/>
          </p:cNvSpPr>
          <p:nvPr>
            <p:ph type="dt" sz="half" idx="10"/>
          </p:nvPr>
        </p:nvSpPr>
        <p:spPr/>
        <p:txBody>
          <a:body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4A0FE086-6F24-DFF0-410B-C3B53AE0CDD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3CAAD8A5-E87A-CFEF-712C-A84B235BAF63}"/>
              </a:ext>
            </a:extLst>
          </p:cNvPr>
          <p:cNvSpPr>
            <a:spLocks noGrp="1"/>
          </p:cNvSpPr>
          <p:nvPr>
            <p:ph type="sldNum" sz="quarter" idx="12"/>
          </p:nvPr>
        </p:nvSpPr>
        <p:spPr/>
        <p:txBody>
          <a:bodyPr/>
          <a:lstStyle/>
          <a:p>
            <a:fld id="{69C47A86-187C-457A-BF57-4675D7F3D18E}" type="slidenum">
              <a:rPr lang="en-NL" smtClean="0"/>
              <a:t>‹#›</a:t>
            </a:fld>
            <a:endParaRPr lang="en-NL"/>
          </a:p>
        </p:txBody>
      </p:sp>
    </p:spTree>
    <p:extLst>
      <p:ext uri="{BB962C8B-B14F-4D97-AF65-F5344CB8AC3E}">
        <p14:creationId xmlns:p14="http://schemas.microsoft.com/office/powerpoint/2010/main" val="236484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F8ED0C-1AE4-5C3E-C186-BDFEB8B581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E15F6AF0-8765-9AD6-AD88-A6F1B8D635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05CD3E87-0A8C-86C4-56C5-0AB5F61032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CED797-F42E-4DCE-A25C-8A5703CB9934}" type="datetimeFigureOut">
              <a:rPr lang="en-NL" smtClean="0"/>
              <a:t>04/04/2026</a:t>
            </a:fld>
            <a:endParaRPr lang="en-NL"/>
          </a:p>
        </p:txBody>
      </p:sp>
      <p:sp>
        <p:nvSpPr>
          <p:cNvPr id="5" name="Footer Placeholder 4">
            <a:extLst>
              <a:ext uri="{FF2B5EF4-FFF2-40B4-BE49-F238E27FC236}">
                <a16:creationId xmlns:a16="http://schemas.microsoft.com/office/drawing/2014/main" id="{99EF915E-F462-DA96-3E99-4F14D5D55D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B0EEBD5-B20B-9F56-DAE8-F32E500155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C47A86-187C-457A-BF57-4675D7F3D18E}" type="slidenum">
              <a:rPr lang="en-NL" smtClean="0"/>
              <a:t>‹#›</a:t>
            </a:fld>
            <a:endParaRPr lang="en-NL"/>
          </a:p>
        </p:txBody>
      </p:sp>
    </p:spTree>
    <p:extLst>
      <p:ext uri="{BB962C8B-B14F-4D97-AF65-F5344CB8AC3E}">
        <p14:creationId xmlns:p14="http://schemas.microsoft.com/office/powerpoint/2010/main" val="2763904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image" Target="../media/image2.png"/><Relationship Id="rId7"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0.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image" Target="../media/image2.png"/><Relationship Id="rId7" Type="http://schemas.openxmlformats.org/officeDocument/2006/relationships/chart" Target="../charts/chart1.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5220A-CFF6-63FC-41ED-824063314BA2}"/>
              </a:ext>
            </a:extLst>
          </p:cNvPr>
          <p:cNvSpPr>
            <a:spLocks noGrp="1"/>
          </p:cNvSpPr>
          <p:nvPr>
            <p:ph type="ctrTitle"/>
          </p:nvPr>
        </p:nvSpPr>
        <p:spPr>
          <a:xfrm>
            <a:off x="1524000" y="4324865"/>
            <a:ext cx="9144000" cy="956468"/>
          </a:xfrm>
        </p:spPr>
        <p:txBody>
          <a:bodyPr anchor="b">
            <a:normAutofit fontScale="90000"/>
          </a:bodyPr>
          <a:lstStyle/>
          <a:p>
            <a:br>
              <a:rPr lang="nl-NL" sz="4000" noProof="0" dirty="0">
                <a:solidFill>
                  <a:schemeClr val="tx2"/>
                </a:solidFill>
              </a:rPr>
            </a:br>
            <a:br>
              <a:rPr lang="nl-NL" sz="4000" noProof="0" dirty="0">
                <a:solidFill>
                  <a:schemeClr val="tx2"/>
                </a:solidFill>
              </a:rPr>
            </a:br>
            <a:r>
              <a:rPr lang="nl-NL" sz="3100" noProof="0" dirty="0">
                <a:solidFill>
                  <a:schemeClr val="tx2"/>
                </a:solidFill>
              </a:rPr>
              <a:t>Fase 3:</a:t>
            </a:r>
            <a:br>
              <a:rPr lang="nl-NL" sz="4000" noProof="0" dirty="0">
                <a:solidFill>
                  <a:schemeClr val="tx2"/>
                </a:solidFill>
              </a:rPr>
            </a:br>
            <a:r>
              <a:rPr lang="nl-NL" sz="3600" dirty="0">
                <a:solidFill>
                  <a:schemeClr val="tx2"/>
                </a:solidFill>
              </a:rPr>
              <a:t>Implementatie, </a:t>
            </a:r>
            <a:r>
              <a:rPr lang="nl-NL" sz="3600" noProof="0" dirty="0">
                <a:solidFill>
                  <a:schemeClr val="tx2"/>
                </a:solidFill>
              </a:rPr>
              <a:t>Testen, Validatie &amp; Documentatie van CDC component in Snowflake</a:t>
            </a:r>
            <a:endParaRPr lang="nl-NL" sz="4000" noProof="0" dirty="0">
              <a:solidFill>
                <a:schemeClr val="tx2"/>
              </a:solidFill>
            </a:endParaRPr>
          </a:p>
        </p:txBody>
      </p:sp>
      <p:sp>
        <p:nvSpPr>
          <p:cNvPr id="3" name="Subtitle 2">
            <a:extLst>
              <a:ext uri="{FF2B5EF4-FFF2-40B4-BE49-F238E27FC236}">
                <a16:creationId xmlns:a16="http://schemas.microsoft.com/office/drawing/2014/main" id="{4B3233A7-CAD7-FCB2-6090-CCE8F6AAF459}"/>
              </a:ext>
            </a:extLst>
          </p:cNvPr>
          <p:cNvSpPr>
            <a:spLocks noGrp="1"/>
          </p:cNvSpPr>
          <p:nvPr>
            <p:ph type="subTitle" idx="1"/>
          </p:nvPr>
        </p:nvSpPr>
        <p:spPr>
          <a:xfrm>
            <a:off x="1524000" y="5637317"/>
            <a:ext cx="9144000" cy="1655762"/>
          </a:xfrm>
        </p:spPr>
        <p:txBody>
          <a:bodyPr>
            <a:normAutofit/>
          </a:bodyPr>
          <a:lstStyle/>
          <a:p>
            <a:r>
              <a:rPr lang="nl-NL" sz="2000" noProof="0" dirty="0">
                <a:solidFill>
                  <a:schemeClr val="tx2"/>
                </a:solidFill>
              </a:rPr>
              <a:t>Student: William van der Meijden</a:t>
            </a:r>
          </a:p>
          <a:p>
            <a:r>
              <a:rPr lang="nl-NL" sz="2000" noProof="0" dirty="0">
                <a:solidFill>
                  <a:schemeClr val="tx2"/>
                </a:solidFill>
              </a:rPr>
              <a:t>Bedrijfsmentor: Reinier van Reenen</a:t>
            </a:r>
          </a:p>
        </p:txBody>
      </p:sp>
      <p:pic>
        <p:nvPicPr>
          <p:cNvPr id="7" name="Graphic 6">
            <a:extLst>
              <a:ext uri="{FF2B5EF4-FFF2-40B4-BE49-F238E27FC236}">
                <a16:creationId xmlns:a16="http://schemas.microsoft.com/office/drawing/2014/main" id="{82E3E7D7-DE44-A1BF-A201-2ED9FD7D472F}"/>
              </a:ext>
            </a:extLst>
          </p:cNvPr>
          <p:cNvPicPr>
            <a:picLocks noChangeAspect="1"/>
          </p:cNvPicPr>
          <p:nvPr/>
        </p:nvPicPr>
        <p:blipFill>
          <a:blip r:embed="rId2">
            <a:alphaModFix/>
            <a:extLst>
              <a:ext uri="{28A0092B-C50C-407E-A947-70E740481C1C}">
                <a14:useLocalDpi xmlns:a14="http://schemas.microsoft.com/office/drawing/2010/main" val="0"/>
              </a:ext>
            </a:extLst>
          </a:blip>
          <a:srcRect r="7" b="7"/>
          <a:stretch>
            <a:fillRect/>
          </a:stretch>
        </p:blipFill>
        <p:spPr>
          <a:xfrm>
            <a:off x="4905481" y="1103990"/>
            <a:ext cx="2381037" cy="2381037"/>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pic>
        <p:nvPicPr>
          <p:cNvPr id="8" name="Graphic 7">
            <a:extLst>
              <a:ext uri="{FF2B5EF4-FFF2-40B4-BE49-F238E27FC236}">
                <a16:creationId xmlns:a16="http://schemas.microsoft.com/office/drawing/2014/main" id="{F441565E-F273-46A9-DDAF-171208BEF9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43100" y="1572744"/>
            <a:ext cx="2770012" cy="1443527"/>
          </a:xfrm>
          <a:prstGeom prst="rect">
            <a:avLst/>
          </a:prstGeom>
        </p:spPr>
      </p:pic>
      <p:pic>
        <p:nvPicPr>
          <p:cNvPr id="1026" name="Picture 2" descr="Mediakit | De Haagse Hogeschool">
            <a:extLst>
              <a:ext uri="{FF2B5EF4-FFF2-40B4-BE49-F238E27FC236}">
                <a16:creationId xmlns:a16="http://schemas.microsoft.com/office/drawing/2014/main" id="{A2659A86-4A08-28C0-D174-CDDBE47DB792}"/>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71538" y="1679192"/>
            <a:ext cx="4482209" cy="1337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059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6B6E6-27A3-DA33-1CAB-56B3F9AC284C}"/>
              </a:ext>
            </a:extLst>
          </p:cNvPr>
          <p:cNvSpPr>
            <a:spLocks noGrp="1"/>
          </p:cNvSpPr>
          <p:nvPr>
            <p:ph type="title"/>
          </p:nvPr>
        </p:nvSpPr>
        <p:spPr/>
        <p:txBody>
          <a:bodyPr anchor="b">
            <a:normAutofit/>
          </a:bodyPr>
          <a:lstStyle/>
          <a:p>
            <a:r>
              <a:rPr lang="nl-NL" sz="3600" noProof="0" dirty="0">
                <a:solidFill>
                  <a:schemeClr val="tx2"/>
                </a:solidFill>
              </a:rPr>
              <a:t>Agenda</a:t>
            </a:r>
          </a:p>
        </p:txBody>
      </p:sp>
      <p:sp>
        <p:nvSpPr>
          <p:cNvPr id="4" name="Content Placeholder 3">
            <a:extLst>
              <a:ext uri="{FF2B5EF4-FFF2-40B4-BE49-F238E27FC236}">
                <a16:creationId xmlns:a16="http://schemas.microsoft.com/office/drawing/2014/main" id="{C1F94342-72C2-77D1-E8F4-E49EB3ADFFCB}"/>
              </a:ext>
            </a:extLst>
          </p:cNvPr>
          <p:cNvSpPr>
            <a:spLocks noGrp="1"/>
          </p:cNvSpPr>
          <p:nvPr>
            <p:ph idx="1"/>
          </p:nvPr>
        </p:nvSpPr>
        <p:spPr/>
        <p:txBody>
          <a:bodyPr/>
          <a:lstStyle/>
          <a:p>
            <a:r>
              <a:rPr lang="nl-NL" dirty="0"/>
              <a:t>Korte terugblik</a:t>
            </a:r>
          </a:p>
          <a:p>
            <a:r>
              <a:rPr lang="nl-NL" dirty="0"/>
              <a:t>Werkzaamheden per beroepstaak</a:t>
            </a:r>
          </a:p>
          <a:p>
            <a:r>
              <a:rPr lang="nl-NL" dirty="0"/>
              <a:t>Demonstratie</a:t>
            </a:r>
          </a:p>
          <a:p>
            <a:r>
              <a:rPr lang="nl-NL"/>
              <a:t>Business waarde</a:t>
            </a:r>
            <a:endParaRPr lang="nl-NL" dirty="0"/>
          </a:p>
          <a:p>
            <a:endParaRPr lang="nl-NL" dirty="0"/>
          </a:p>
        </p:txBody>
      </p:sp>
      <p:pic>
        <p:nvPicPr>
          <p:cNvPr id="11" name="Graphic 10">
            <a:extLst>
              <a:ext uri="{FF2B5EF4-FFF2-40B4-BE49-F238E27FC236}">
                <a16:creationId xmlns:a16="http://schemas.microsoft.com/office/drawing/2014/main" id="{2CDCF749-BA5D-41D1-BCC1-65F1AEC2A5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1E0C35FD-F176-3DDA-4FFF-C3CD1FB97A05}"/>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4079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6B33D-19C2-8E3E-ED74-603BEEBDA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1E2F4-7A15-29F8-C1F7-33AB9414B963}"/>
              </a:ext>
            </a:extLst>
          </p:cNvPr>
          <p:cNvSpPr>
            <a:spLocks noGrp="1"/>
          </p:cNvSpPr>
          <p:nvPr>
            <p:ph type="ctrTitle"/>
          </p:nvPr>
        </p:nvSpPr>
        <p:spPr>
          <a:xfrm>
            <a:off x="1524000" y="2235200"/>
            <a:ext cx="9144000" cy="2387600"/>
          </a:xfrm>
        </p:spPr>
        <p:txBody>
          <a:bodyPr>
            <a:normAutofit/>
          </a:bodyPr>
          <a:lstStyle/>
          <a:p>
            <a:r>
              <a:rPr lang="nl-NL" noProof="0" dirty="0"/>
              <a:t>Korte terugblik</a:t>
            </a:r>
          </a:p>
        </p:txBody>
      </p:sp>
      <p:pic>
        <p:nvPicPr>
          <p:cNvPr id="5" name="Graphic 4">
            <a:extLst>
              <a:ext uri="{FF2B5EF4-FFF2-40B4-BE49-F238E27FC236}">
                <a16:creationId xmlns:a16="http://schemas.microsoft.com/office/drawing/2014/main" id="{540421FF-48EA-B586-2536-8B0394C933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4609871D-4C91-DE28-134D-10FB15BC3E3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305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0991F-2DBC-FCE0-557C-BD028FEB9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45126-2E7E-6164-1423-9F084F085BFA}"/>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solidFill>
                  <a:schemeClr val="tx2"/>
                </a:solidFill>
              </a:rPr>
              <a:t>Aanleiding</a:t>
            </a:r>
            <a:endParaRPr lang="nl-NL" sz="3600" noProof="0" dirty="0">
              <a:solidFill>
                <a:schemeClr val="tx2"/>
              </a:solidFill>
            </a:endParaRPr>
          </a:p>
        </p:txBody>
      </p:sp>
      <p:pic>
        <p:nvPicPr>
          <p:cNvPr id="11" name="Graphic 10">
            <a:extLst>
              <a:ext uri="{FF2B5EF4-FFF2-40B4-BE49-F238E27FC236}">
                <a16:creationId xmlns:a16="http://schemas.microsoft.com/office/drawing/2014/main" id="{EE4DEA02-9967-C372-6B07-C2FA77676E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B9779DA5-40FC-EB3D-A9E7-D0B8B482EDC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B8C36BD3-29CB-378E-CDD3-B85C643C8E14}"/>
              </a:ext>
            </a:extLst>
          </p:cNvPr>
          <p:cNvSpPr>
            <a:spLocks noGrp="1"/>
          </p:cNvSpPr>
          <p:nvPr>
            <p:ph idx="1"/>
          </p:nvPr>
        </p:nvSpPr>
        <p:spPr>
          <a:xfrm>
            <a:off x="838200" y="1825625"/>
            <a:ext cx="5609753" cy="4351338"/>
          </a:xfrm>
        </p:spPr>
        <p:txBody>
          <a:bodyPr>
            <a:normAutofit fontScale="92500" lnSpcReduction="10000"/>
          </a:bodyPr>
          <a:lstStyle/>
          <a:p>
            <a:r>
              <a:rPr lang="nl-NL" sz="2400" dirty="0"/>
              <a:t>Veel klanten van Sogeti die overstappen op Snowflake komen van traditionelere systemen</a:t>
            </a:r>
            <a:endParaRPr lang="nl-NL" sz="2000" dirty="0"/>
          </a:p>
          <a:p>
            <a:r>
              <a:rPr lang="nl-NL" sz="2400" dirty="0"/>
              <a:t>Het probleem: Snowflake dwingt belangrijke regels, zoals primaire sleutels, niet af</a:t>
            </a:r>
          </a:p>
          <a:p>
            <a:r>
              <a:rPr lang="nl-NL" sz="2400" dirty="0"/>
              <a:t>Hierdoor kunnen ongemerkt fouten in de data komen, zonder dat iemand hier een melding krijgt</a:t>
            </a:r>
          </a:p>
          <a:p>
            <a:r>
              <a:rPr lang="nl-NL" sz="2400" dirty="0"/>
              <a:t>Kan een risico vormen: </a:t>
            </a:r>
          </a:p>
          <a:p>
            <a:pPr lvl="1"/>
            <a:r>
              <a:rPr lang="nl-NL" sz="2000" dirty="0"/>
              <a:t>Data integriteit wordt aangetast</a:t>
            </a:r>
          </a:p>
          <a:p>
            <a:pPr lvl="1"/>
            <a:r>
              <a:rPr lang="nl-NL" sz="2000" dirty="0"/>
              <a:t>Rapporten en dashboards geven verkeerd beeld van de werkelijkheid</a:t>
            </a:r>
          </a:p>
          <a:p>
            <a:pPr lvl="1"/>
            <a:r>
              <a:rPr lang="nl-NL" sz="2000" dirty="0"/>
              <a:t>Financiele verliezen</a:t>
            </a:r>
          </a:p>
          <a:p>
            <a:endParaRPr lang="nl-NL" sz="2400" dirty="0"/>
          </a:p>
          <a:p>
            <a:endParaRPr lang="nl-NL" sz="2400" dirty="0"/>
          </a:p>
        </p:txBody>
      </p:sp>
      <p:graphicFrame>
        <p:nvGraphicFramePr>
          <p:cNvPr id="4" name="Content Placeholder 3">
            <a:extLst>
              <a:ext uri="{FF2B5EF4-FFF2-40B4-BE49-F238E27FC236}">
                <a16:creationId xmlns:a16="http://schemas.microsoft.com/office/drawing/2014/main" id="{2C1147FA-B8CF-19E3-B2D5-56E5250E57CF}"/>
              </a:ext>
            </a:extLst>
          </p:cNvPr>
          <p:cNvGraphicFramePr>
            <a:graphicFrameLocks/>
          </p:cNvGraphicFramePr>
          <p:nvPr>
            <p:extLst>
              <p:ext uri="{D42A27DB-BD31-4B8C-83A1-F6EECF244321}">
                <p14:modId xmlns:p14="http://schemas.microsoft.com/office/powerpoint/2010/main" val="2426402711"/>
              </p:ext>
            </p:extLst>
          </p:nvPr>
        </p:nvGraphicFramePr>
        <p:xfrm>
          <a:off x="6912540" y="2764566"/>
          <a:ext cx="2376473" cy="1483360"/>
        </p:xfrm>
        <a:graphic>
          <a:graphicData uri="http://schemas.openxmlformats.org/drawingml/2006/table">
            <a:tbl>
              <a:tblPr firstRow="1" bandRow="1">
                <a:tableStyleId>{5C22544A-7EE6-4342-B048-85BDC9FD1C3A}</a:tableStyleId>
              </a:tblPr>
              <a:tblGrid>
                <a:gridCol w="457518">
                  <a:extLst>
                    <a:ext uri="{9D8B030D-6E8A-4147-A177-3AD203B41FA5}">
                      <a16:colId xmlns:a16="http://schemas.microsoft.com/office/drawing/2014/main" val="33484419"/>
                    </a:ext>
                  </a:extLst>
                </a:gridCol>
                <a:gridCol w="848043">
                  <a:extLst>
                    <a:ext uri="{9D8B030D-6E8A-4147-A177-3AD203B41FA5}">
                      <a16:colId xmlns:a16="http://schemas.microsoft.com/office/drawing/2014/main" val="3264502831"/>
                    </a:ext>
                  </a:extLst>
                </a:gridCol>
                <a:gridCol w="1070912">
                  <a:extLst>
                    <a:ext uri="{9D8B030D-6E8A-4147-A177-3AD203B41FA5}">
                      <a16:colId xmlns:a16="http://schemas.microsoft.com/office/drawing/2014/main" val="892582279"/>
                    </a:ext>
                  </a:extLst>
                </a:gridCol>
              </a:tblGrid>
              <a:tr h="370840">
                <a:tc>
                  <a:txBody>
                    <a:bodyPr/>
                    <a:lstStyle/>
                    <a:p>
                      <a:r>
                        <a:rPr lang="nl-NL" dirty="0"/>
                        <a:t>ID</a:t>
                      </a:r>
                    </a:p>
                  </a:txBody>
                  <a:tcPr/>
                </a:tc>
                <a:tc>
                  <a:txBody>
                    <a:bodyPr/>
                    <a:lstStyle/>
                    <a:p>
                      <a:r>
                        <a:rPr lang="nl-NL" dirty="0"/>
                        <a:t>Naam</a:t>
                      </a:r>
                    </a:p>
                  </a:txBody>
                  <a:tcPr/>
                </a:tc>
                <a:tc>
                  <a:txBody>
                    <a:bodyPr/>
                    <a:lstStyle/>
                    <a:p>
                      <a:r>
                        <a:rPr lang="nl-NL" dirty="0"/>
                        <a:t>Salaris</a:t>
                      </a:r>
                    </a:p>
                  </a:txBody>
                  <a:tcPr/>
                </a:tc>
                <a:extLst>
                  <a:ext uri="{0D108BD9-81ED-4DB2-BD59-A6C34878D82A}">
                    <a16:rowId xmlns:a16="http://schemas.microsoft.com/office/drawing/2014/main" val="4205172669"/>
                  </a:ext>
                </a:extLst>
              </a:tr>
              <a:tr h="370840">
                <a:tc>
                  <a:txBody>
                    <a:bodyPr/>
                    <a:lstStyle/>
                    <a:p>
                      <a:r>
                        <a:rPr lang="nl-NL" dirty="0"/>
                        <a:t>1</a:t>
                      </a:r>
                    </a:p>
                  </a:txBody>
                  <a:tcPr/>
                </a:tc>
                <a:tc>
                  <a:txBody>
                    <a:bodyPr/>
                    <a:lstStyle/>
                    <a:p>
                      <a:r>
                        <a:rPr lang="nl-NL" dirty="0"/>
                        <a:t>John</a:t>
                      </a:r>
                    </a:p>
                  </a:txBody>
                  <a:tcPr/>
                </a:tc>
                <a:tc>
                  <a:txBody>
                    <a:bodyPr/>
                    <a:lstStyle/>
                    <a:p>
                      <a:r>
                        <a:rPr lang="nl-NL" dirty="0"/>
                        <a:t>4500</a:t>
                      </a:r>
                    </a:p>
                  </a:txBody>
                  <a:tcPr/>
                </a:tc>
                <a:extLst>
                  <a:ext uri="{0D108BD9-81ED-4DB2-BD59-A6C34878D82A}">
                    <a16:rowId xmlns:a16="http://schemas.microsoft.com/office/drawing/2014/main" val="2811560313"/>
                  </a:ext>
                </a:extLst>
              </a:tr>
              <a:tr h="370840">
                <a:tc>
                  <a:txBody>
                    <a:bodyPr/>
                    <a:lstStyle/>
                    <a:p>
                      <a:r>
                        <a:rPr lang="nl-NL" dirty="0"/>
                        <a:t>1</a:t>
                      </a:r>
                    </a:p>
                  </a:txBody>
                  <a:tcPr/>
                </a:tc>
                <a:tc>
                  <a:txBody>
                    <a:bodyPr/>
                    <a:lstStyle/>
                    <a:p>
                      <a:r>
                        <a:rPr lang="nl-NL" dirty="0"/>
                        <a:t>John</a:t>
                      </a:r>
                    </a:p>
                  </a:txBody>
                  <a:tcPr/>
                </a:tc>
                <a:tc>
                  <a:txBody>
                    <a:bodyPr/>
                    <a:lstStyle/>
                    <a:p>
                      <a:r>
                        <a:rPr lang="nl-NL" dirty="0"/>
                        <a:t>4600</a:t>
                      </a:r>
                    </a:p>
                  </a:txBody>
                  <a:tcPr/>
                </a:tc>
                <a:extLst>
                  <a:ext uri="{0D108BD9-81ED-4DB2-BD59-A6C34878D82A}">
                    <a16:rowId xmlns:a16="http://schemas.microsoft.com/office/drawing/2014/main" val="2242311687"/>
                  </a:ext>
                </a:extLst>
              </a:tr>
              <a:tr h="370840">
                <a:tc>
                  <a:txBody>
                    <a:bodyPr/>
                    <a:lstStyle/>
                    <a:p>
                      <a:r>
                        <a:rPr lang="nl-NL" dirty="0"/>
                        <a:t>2</a:t>
                      </a:r>
                    </a:p>
                  </a:txBody>
                  <a:tcPr/>
                </a:tc>
                <a:tc>
                  <a:txBody>
                    <a:bodyPr/>
                    <a:lstStyle/>
                    <a:p>
                      <a:r>
                        <a:rPr lang="nl-NL" dirty="0"/>
                        <a:t>Jane</a:t>
                      </a:r>
                    </a:p>
                  </a:txBody>
                  <a:tcPr/>
                </a:tc>
                <a:tc>
                  <a:txBody>
                    <a:bodyPr/>
                    <a:lstStyle/>
                    <a:p>
                      <a:r>
                        <a:rPr lang="nl-NL" dirty="0"/>
                        <a:t>5000</a:t>
                      </a:r>
                    </a:p>
                  </a:txBody>
                  <a:tcPr/>
                </a:tc>
                <a:extLst>
                  <a:ext uri="{0D108BD9-81ED-4DB2-BD59-A6C34878D82A}">
                    <a16:rowId xmlns:a16="http://schemas.microsoft.com/office/drawing/2014/main" val="1825029478"/>
                  </a:ext>
                </a:extLst>
              </a:tr>
            </a:tbl>
          </a:graphicData>
        </a:graphic>
      </p:graphicFrame>
      <p:sp>
        <p:nvSpPr>
          <p:cNvPr id="5" name="TextBox 4">
            <a:extLst>
              <a:ext uri="{FF2B5EF4-FFF2-40B4-BE49-F238E27FC236}">
                <a16:creationId xmlns:a16="http://schemas.microsoft.com/office/drawing/2014/main" id="{DE9BFAC5-E7BF-81E7-8391-62F8F71E3CB1}"/>
              </a:ext>
            </a:extLst>
          </p:cNvPr>
          <p:cNvSpPr txBox="1"/>
          <p:nvPr/>
        </p:nvSpPr>
        <p:spPr>
          <a:xfrm>
            <a:off x="7496869" y="2383112"/>
            <a:ext cx="1207814" cy="369332"/>
          </a:xfrm>
          <a:prstGeom prst="rect">
            <a:avLst/>
          </a:prstGeom>
          <a:noFill/>
        </p:spPr>
        <p:txBody>
          <a:bodyPr wrap="square" rtlCol="0">
            <a:spAutoFit/>
          </a:bodyPr>
          <a:lstStyle/>
          <a:p>
            <a:pPr algn="ctr"/>
            <a:r>
              <a:rPr lang="nl-NL" dirty="0"/>
              <a:t>Snowflake</a:t>
            </a:r>
          </a:p>
        </p:txBody>
      </p:sp>
      <p:sp>
        <p:nvSpPr>
          <p:cNvPr id="6" name="TextBox 5">
            <a:extLst>
              <a:ext uri="{FF2B5EF4-FFF2-40B4-BE49-F238E27FC236}">
                <a16:creationId xmlns:a16="http://schemas.microsoft.com/office/drawing/2014/main" id="{EA4C5FD6-F364-45C3-5FBD-74FBE58E27D2}"/>
              </a:ext>
            </a:extLst>
          </p:cNvPr>
          <p:cNvSpPr txBox="1"/>
          <p:nvPr/>
        </p:nvSpPr>
        <p:spPr>
          <a:xfrm>
            <a:off x="9815527" y="3012209"/>
            <a:ext cx="2376473" cy="1200329"/>
          </a:xfrm>
          <a:prstGeom prst="rect">
            <a:avLst/>
          </a:prstGeom>
          <a:noFill/>
        </p:spPr>
        <p:txBody>
          <a:bodyPr wrap="square" rtlCol="0">
            <a:spAutoFit/>
          </a:bodyPr>
          <a:lstStyle/>
          <a:p>
            <a:pPr marL="285750" indent="-285750">
              <a:buFont typeface="Arial" panose="020B0604020202020204" pitchFamily="34" charset="0"/>
              <a:buChar char="•"/>
            </a:pPr>
            <a:r>
              <a:rPr lang="nl-NL" dirty="0"/>
              <a:t>Dubbele rij zichtbaar</a:t>
            </a:r>
          </a:p>
          <a:p>
            <a:pPr marL="285750" indent="-285750">
              <a:buFont typeface="Arial" panose="020B0604020202020204" pitchFamily="34" charset="0"/>
              <a:buChar char="•"/>
            </a:pPr>
            <a:r>
              <a:rPr lang="nl-NL" dirty="0"/>
              <a:t>Niet traceerbaar   (welke is juiste?)</a:t>
            </a:r>
          </a:p>
        </p:txBody>
      </p:sp>
      <p:cxnSp>
        <p:nvCxnSpPr>
          <p:cNvPr id="7" name="Straight Arrow Connector 6">
            <a:extLst>
              <a:ext uri="{FF2B5EF4-FFF2-40B4-BE49-F238E27FC236}">
                <a16:creationId xmlns:a16="http://schemas.microsoft.com/office/drawing/2014/main" id="{80B852C9-2177-B8D1-9E14-4C490CED0E73}"/>
              </a:ext>
            </a:extLst>
          </p:cNvPr>
          <p:cNvCxnSpPr>
            <a:cxnSpLocks/>
          </p:cNvCxnSpPr>
          <p:nvPr/>
        </p:nvCxnSpPr>
        <p:spPr>
          <a:xfrm flipH="1">
            <a:off x="9289013" y="3506246"/>
            <a:ext cx="464587" cy="21225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 name="Straight Arrow Connector 7">
            <a:extLst>
              <a:ext uri="{FF2B5EF4-FFF2-40B4-BE49-F238E27FC236}">
                <a16:creationId xmlns:a16="http://schemas.microsoft.com/office/drawing/2014/main" id="{FF127B41-CA9A-FEBF-2B9C-1D5E60A2A1DB}"/>
              </a:ext>
            </a:extLst>
          </p:cNvPr>
          <p:cNvCxnSpPr>
            <a:cxnSpLocks/>
          </p:cNvCxnSpPr>
          <p:nvPr/>
        </p:nvCxnSpPr>
        <p:spPr>
          <a:xfrm flipH="1" flipV="1">
            <a:off x="9289013" y="3327636"/>
            <a:ext cx="464587" cy="1786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849673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5643C-098C-5521-EFCF-067FE991A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9254B-72C3-CF6B-7E3E-42FE29B1E718}"/>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solidFill>
                  <a:schemeClr val="tx2"/>
                </a:solidFill>
              </a:rPr>
              <a:t>Probleemstelling</a:t>
            </a:r>
            <a:endParaRPr lang="nl-NL" sz="3600" noProof="0" dirty="0">
              <a:solidFill>
                <a:schemeClr val="tx2"/>
              </a:solidFill>
            </a:endParaRPr>
          </a:p>
        </p:txBody>
      </p:sp>
      <p:pic>
        <p:nvPicPr>
          <p:cNvPr id="11" name="Graphic 10">
            <a:extLst>
              <a:ext uri="{FF2B5EF4-FFF2-40B4-BE49-F238E27FC236}">
                <a16:creationId xmlns:a16="http://schemas.microsoft.com/office/drawing/2014/main" id="{F2D0D56F-09AD-F443-5BAC-47B9A10823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8BF3170C-3E00-220B-B391-A81BBCB1C895}"/>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19" name="Content Placeholder 3">
            <a:extLst>
              <a:ext uri="{FF2B5EF4-FFF2-40B4-BE49-F238E27FC236}">
                <a16:creationId xmlns:a16="http://schemas.microsoft.com/office/drawing/2014/main" id="{B5B72958-97AC-286C-8FF9-EC46BC71626D}"/>
              </a:ext>
            </a:extLst>
          </p:cNvPr>
          <p:cNvSpPr txBox="1">
            <a:spLocks/>
          </p:cNvSpPr>
          <p:nvPr/>
        </p:nvSpPr>
        <p:spPr>
          <a:xfrm>
            <a:off x="838200" y="1848486"/>
            <a:ext cx="6797040" cy="36783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400" dirty="0"/>
              <a:t>Sogeti heeft geen herbruikbare oplossing</a:t>
            </a:r>
          </a:p>
          <a:p>
            <a:r>
              <a:rPr lang="nl-NL" sz="2400" dirty="0"/>
              <a:t>Per project maatwerk door engineers</a:t>
            </a:r>
          </a:p>
          <a:p>
            <a:r>
              <a:rPr lang="nl-NL" sz="2400" dirty="0"/>
              <a:t>Leidt tot inefficientie en tijdsverlies</a:t>
            </a:r>
          </a:p>
          <a:p>
            <a:endParaRPr lang="nl-NL" sz="2400" dirty="0"/>
          </a:p>
        </p:txBody>
      </p:sp>
    </p:spTree>
    <p:extLst>
      <p:ext uri="{BB962C8B-B14F-4D97-AF65-F5344CB8AC3E}">
        <p14:creationId xmlns:p14="http://schemas.microsoft.com/office/powerpoint/2010/main" val="2761475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A7B4D-56CE-8E8E-155D-B3F2E7D4A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BC7C0-6CF6-3AE5-DF77-E9FABC7ECC25}"/>
              </a:ext>
            </a:extLst>
          </p:cNvPr>
          <p:cNvSpPr>
            <a:spLocks noGrp="1"/>
          </p:cNvSpPr>
          <p:nvPr>
            <p:ph type="title"/>
          </p:nvPr>
        </p:nvSpPr>
        <p:spPr>
          <a:xfrm>
            <a:off x="838200" y="365126"/>
            <a:ext cx="10515600" cy="1021714"/>
          </a:xfrm>
        </p:spPr>
        <p:txBody>
          <a:bodyPr anchor="b">
            <a:normAutofit/>
          </a:bodyPr>
          <a:lstStyle/>
          <a:p>
            <a:pPr algn="ctr">
              <a:lnSpc>
                <a:spcPct val="100000"/>
              </a:lnSpc>
            </a:pPr>
            <a:r>
              <a:rPr lang="nl-NL" sz="3600" dirty="0">
                <a:solidFill>
                  <a:schemeClr val="tx2"/>
                </a:solidFill>
              </a:rPr>
              <a:t>Doel</a:t>
            </a:r>
            <a:endParaRPr lang="nl-NL" sz="3600" noProof="0" dirty="0">
              <a:solidFill>
                <a:schemeClr val="tx2"/>
              </a:solidFill>
            </a:endParaRPr>
          </a:p>
        </p:txBody>
      </p:sp>
      <p:pic>
        <p:nvPicPr>
          <p:cNvPr id="11" name="Graphic 10">
            <a:extLst>
              <a:ext uri="{FF2B5EF4-FFF2-40B4-BE49-F238E27FC236}">
                <a16:creationId xmlns:a16="http://schemas.microsoft.com/office/drawing/2014/main" id="{AAB6335B-5BE0-1D6D-2B49-3D73BDAA97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0B9621B1-8101-4066-FED5-0E5B4F1029B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DF3DFA10-3485-C179-B3D4-75E1506DFF2E}"/>
              </a:ext>
            </a:extLst>
          </p:cNvPr>
          <p:cNvSpPr>
            <a:spLocks noGrp="1"/>
          </p:cNvSpPr>
          <p:nvPr>
            <p:ph idx="1"/>
          </p:nvPr>
        </p:nvSpPr>
        <p:spPr>
          <a:xfrm>
            <a:off x="838200" y="1825625"/>
            <a:ext cx="10515600" cy="4351338"/>
          </a:xfrm>
        </p:spPr>
        <p:txBody>
          <a:bodyPr>
            <a:normAutofit/>
          </a:bodyPr>
          <a:lstStyle/>
          <a:p>
            <a:pPr marL="0" indent="0" algn="ctr">
              <a:buNone/>
            </a:pPr>
            <a:r>
              <a:rPr lang="nl-NL" dirty="0"/>
              <a:t>Onderzoeken en ontwikkelen van een Proof of Technology herbruikbaar Change Data Capture oplossing binnen Snowflake ter verbetering van data integriteit bij Sogeti en zijn klanten.</a:t>
            </a:r>
          </a:p>
        </p:txBody>
      </p:sp>
      <p:sp>
        <p:nvSpPr>
          <p:cNvPr id="4" name="Content Placeholder 4">
            <a:extLst>
              <a:ext uri="{FF2B5EF4-FFF2-40B4-BE49-F238E27FC236}">
                <a16:creationId xmlns:a16="http://schemas.microsoft.com/office/drawing/2014/main" id="{830533FA-A436-65B2-F14B-AED8D78299F7}"/>
              </a:ext>
            </a:extLst>
          </p:cNvPr>
          <p:cNvSpPr txBox="1">
            <a:spLocks/>
          </p:cNvSpPr>
          <p:nvPr/>
        </p:nvSpPr>
        <p:spPr>
          <a:xfrm>
            <a:off x="838200" y="3813926"/>
            <a:ext cx="10515600" cy="217881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nl-NL" sz="2400" dirty="0"/>
              <a:t>Resultaat</a:t>
            </a:r>
          </a:p>
          <a:p>
            <a:r>
              <a:rPr lang="nl-NL" sz="2400" dirty="0"/>
              <a:t>Een werkend proof of technology in SQL en Python</a:t>
            </a:r>
          </a:p>
          <a:p>
            <a:r>
              <a:rPr lang="nl-NL" sz="2400" dirty="0"/>
              <a:t>Testverslag met de strategie en aanpak</a:t>
            </a:r>
          </a:p>
          <a:p>
            <a:r>
              <a:rPr lang="nl-NL" sz="2400" dirty="0"/>
              <a:t>Bijgewerkte ontwerpdocumenten</a:t>
            </a:r>
          </a:p>
          <a:p>
            <a:r>
              <a:rPr lang="nl-NL" sz="2400" dirty="0"/>
              <a:t>Documentatie &amp; handleiding zodat andere engineers ermee kunnen werken</a:t>
            </a:r>
          </a:p>
        </p:txBody>
      </p:sp>
    </p:spTree>
    <p:extLst>
      <p:ext uri="{BB962C8B-B14F-4D97-AF65-F5344CB8AC3E}">
        <p14:creationId xmlns:p14="http://schemas.microsoft.com/office/powerpoint/2010/main" val="3496156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45D26-8ED5-08FA-EE6B-7AB79E166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4046C-FB98-9924-08E2-F248E1905A69}"/>
              </a:ext>
            </a:extLst>
          </p:cNvPr>
          <p:cNvSpPr>
            <a:spLocks noGrp="1"/>
          </p:cNvSpPr>
          <p:nvPr>
            <p:ph type="ctrTitle"/>
          </p:nvPr>
        </p:nvSpPr>
        <p:spPr>
          <a:xfrm>
            <a:off x="1524000" y="2235200"/>
            <a:ext cx="9144000" cy="2387600"/>
          </a:xfrm>
        </p:spPr>
        <p:txBody>
          <a:bodyPr>
            <a:normAutofit fontScale="90000"/>
          </a:bodyPr>
          <a:lstStyle/>
          <a:p>
            <a:r>
              <a:rPr lang="nl-NL" dirty="0"/>
              <a:t>A-1</a:t>
            </a:r>
            <a:r>
              <a:rPr lang="nl-NL" noProof="0" dirty="0"/>
              <a:t>: Analyseren probleemdomein en opstellen probleemstelling</a:t>
            </a:r>
          </a:p>
        </p:txBody>
      </p:sp>
      <p:pic>
        <p:nvPicPr>
          <p:cNvPr id="5" name="Graphic 4">
            <a:extLst>
              <a:ext uri="{FF2B5EF4-FFF2-40B4-BE49-F238E27FC236}">
                <a16:creationId xmlns:a16="http://schemas.microsoft.com/office/drawing/2014/main" id="{B3104F16-73D3-6E3C-33FE-72E50E6948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2204DF58-3189-983C-EA7E-48324C3E076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758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8BFB5-485E-345F-4D82-8C31E96A4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E582C-B40C-B507-3B2E-2F62301E164E}"/>
              </a:ext>
            </a:extLst>
          </p:cNvPr>
          <p:cNvSpPr>
            <a:spLocks noGrp="1"/>
          </p:cNvSpPr>
          <p:nvPr>
            <p:ph type="title"/>
          </p:nvPr>
        </p:nvSpPr>
        <p:spPr>
          <a:xfrm>
            <a:off x="838200" y="365126"/>
            <a:ext cx="10515600" cy="1021714"/>
          </a:xfrm>
        </p:spPr>
        <p:txBody>
          <a:bodyPr anchor="b">
            <a:normAutofit fontScale="90000"/>
          </a:bodyPr>
          <a:lstStyle/>
          <a:p>
            <a:pPr>
              <a:lnSpc>
                <a:spcPct val="100000"/>
              </a:lnSpc>
            </a:pPr>
            <a:r>
              <a:rPr lang="nl-NL" sz="3600" dirty="0"/>
              <a:t>A-1: Analyseren probleemdomein en opstellen probleemstelling</a:t>
            </a:r>
            <a:endParaRPr lang="nl-NL" sz="3600" noProof="0" dirty="0">
              <a:solidFill>
                <a:schemeClr val="tx2"/>
              </a:solidFill>
            </a:endParaRPr>
          </a:p>
        </p:txBody>
      </p:sp>
      <p:pic>
        <p:nvPicPr>
          <p:cNvPr id="11" name="Graphic 10">
            <a:extLst>
              <a:ext uri="{FF2B5EF4-FFF2-40B4-BE49-F238E27FC236}">
                <a16:creationId xmlns:a16="http://schemas.microsoft.com/office/drawing/2014/main" id="{AF401EA9-0E8C-242F-2225-047C1F9593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BECBC105-41E3-0A9E-3AE2-AF1CEC2ABBF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a:extLst>
              <a:ext uri="{FF2B5EF4-FFF2-40B4-BE49-F238E27FC236}">
                <a16:creationId xmlns:a16="http://schemas.microsoft.com/office/drawing/2014/main" id="{B313C38C-A2E3-C43C-3624-A663B7464063}"/>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400" dirty="0"/>
              <a:t>In fase 1 probleem onderzocht</a:t>
            </a:r>
          </a:p>
          <a:p>
            <a:r>
              <a:rPr lang="nl-NL" sz="2400" dirty="0"/>
              <a:t>In fase 3 gevalideerd met testdata</a:t>
            </a:r>
          </a:p>
          <a:p>
            <a:pPr lvl="1"/>
            <a:endParaRPr lang="nl-NL" sz="2000" dirty="0"/>
          </a:p>
          <a:p>
            <a:r>
              <a:rPr lang="nl-NL" sz="2400" dirty="0"/>
              <a:t>Theoretisch en praktisch bewezen dat probleem echt bestaat</a:t>
            </a:r>
          </a:p>
          <a:p>
            <a:endParaRPr lang="nl-NL" sz="2400" dirty="0"/>
          </a:p>
        </p:txBody>
      </p:sp>
    </p:spTree>
    <p:extLst>
      <p:ext uri="{BB962C8B-B14F-4D97-AF65-F5344CB8AC3E}">
        <p14:creationId xmlns:p14="http://schemas.microsoft.com/office/powerpoint/2010/main" val="3224610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A6B3-17BC-CF6E-EF30-49220E23B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D4B39-63BF-1D70-85E2-93A0106AB1C6}"/>
              </a:ext>
            </a:extLst>
          </p:cNvPr>
          <p:cNvSpPr>
            <a:spLocks noGrp="1"/>
          </p:cNvSpPr>
          <p:nvPr>
            <p:ph type="ctrTitle"/>
          </p:nvPr>
        </p:nvSpPr>
        <p:spPr>
          <a:xfrm>
            <a:off x="1524000" y="2235200"/>
            <a:ext cx="9144000" cy="2387600"/>
          </a:xfrm>
        </p:spPr>
        <p:txBody>
          <a:bodyPr>
            <a:normAutofit/>
          </a:bodyPr>
          <a:lstStyle/>
          <a:p>
            <a:r>
              <a:rPr lang="nl-NL" noProof="0" dirty="0"/>
              <a:t>G-a: Effectief (Internationaal) Communiceren</a:t>
            </a:r>
          </a:p>
        </p:txBody>
      </p:sp>
      <p:pic>
        <p:nvPicPr>
          <p:cNvPr id="5" name="Graphic 4">
            <a:extLst>
              <a:ext uri="{FF2B5EF4-FFF2-40B4-BE49-F238E27FC236}">
                <a16:creationId xmlns:a16="http://schemas.microsoft.com/office/drawing/2014/main" id="{868D60C9-DAA7-7109-1CDE-96D6EB798A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AFF80747-70DE-1C2D-82F8-2E239AA5D2F8}"/>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924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52B14-8E59-FC10-B41A-1B3A93B06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656C0-FDCC-457F-ADE6-384A4D7E5E41}"/>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G-a: Effectief (Internationaal) Communiceren</a:t>
            </a:r>
            <a:endParaRPr lang="nl-NL" sz="3600" noProof="0" dirty="0">
              <a:solidFill>
                <a:schemeClr val="tx2"/>
              </a:solidFill>
            </a:endParaRPr>
          </a:p>
        </p:txBody>
      </p:sp>
      <p:pic>
        <p:nvPicPr>
          <p:cNvPr id="11" name="Graphic 10">
            <a:extLst>
              <a:ext uri="{FF2B5EF4-FFF2-40B4-BE49-F238E27FC236}">
                <a16:creationId xmlns:a16="http://schemas.microsoft.com/office/drawing/2014/main" id="{34E3705D-6ABC-60DE-300D-5232F5C355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73122173-8FA2-58A1-D5B1-D45C1374E84F}"/>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a:extLst>
              <a:ext uri="{FF2B5EF4-FFF2-40B4-BE49-F238E27FC236}">
                <a16:creationId xmlns:a16="http://schemas.microsoft.com/office/drawing/2014/main" id="{E7B72B68-A66D-1EDB-1C3C-20AEC23FA4C6}"/>
              </a:ext>
            </a:extLst>
          </p:cNvPr>
          <p:cNvSpPr txBox="1">
            <a:spLocks/>
          </p:cNvSpPr>
          <p:nvPr/>
        </p:nvSpPr>
        <p:spPr>
          <a:xfrm>
            <a:off x="838200" y="1825625"/>
            <a:ext cx="5799083"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400" dirty="0"/>
              <a:t>Voortzetten wekelijkse afstemming</a:t>
            </a:r>
          </a:p>
          <a:p>
            <a:r>
              <a:rPr lang="nl-NL" sz="2400" dirty="0"/>
              <a:t>Gesprek met BI test expert</a:t>
            </a:r>
          </a:p>
        </p:txBody>
      </p:sp>
      <p:pic>
        <p:nvPicPr>
          <p:cNvPr id="7" name="Picture 6">
            <a:extLst>
              <a:ext uri="{FF2B5EF4-FFF2-40B4-BE49-F238E27FC236}">
                <a16:creationId xmlns:a16="http://schemas.microsoft.com/office/drawing/2014/main" id="{F2B8E429-C920-F24D-1A1E-41F58AE08BAA}"/>
              </a:ext>
            </a:extLst>
          </p:cNvPr>
          <p:cNvPicPr>
            <a:picLocks noChangeAspect="1"/>
          </p:cNvPicPr>
          <p:nvPr/>
        </p:nvPicPr>
        <p:blipFill>
          <a:blip r:embed="rId7"/>
          <a:stretch>
            <a:fillRect/>
          </a:stretch>
        </p:blipFill>
        <p:spPr>
          <a:xfrm>
            <a:off x="5410200" y="4048209"/>
            <a:ext cx="4348436" cy="2672892"/>
          </a:xfrm>
          <a:prstGeom prst="rect">
            <a:avLst/>
          </a:prstGeom>
        </p:spPr>
      </p:pic>
      <p:pic>
        <p:nvPicPr>
          <p:cNvPr id="9" name="Picture 8">
            <a:extLst>
              <a:ext uri="{FF2B5EF4-FFF2-40B4-BE49-F238E27FC236}">
                <a16:creationId xmlns:a16="http://schemas.microsoft.com/office/drawing/2014/main" id="{9CE8A775-5B1B-D856-3E99-65A631538C0B}"/>
              </a:ext>
            </a:extLst>
          </p:cNvPr>
          <p:cNvPicPr>
            <a:picLocks noChangeAspect="1"/>
          </p:cNvPicPr>
          <p:nvPr/>
        </p:nvPicPr>
        <p:blipFill>
          <a:blip r:embed="rId8"/>
          <a:stretch>
            <a:fillRect/>
          </a:stretch>
        </p:blipFill>
        <p:spPr>
          <a:xfrm>
            <a:off x="8165986" y="1477052"/>
            <a:ext cx="3824132" cy="2480945"/>
          </a:xfrm>
          <a:prstGeom prst="rect">
            <a:avLst/>
          </a:prstGeom>
        </p:spPr>
      </p:pic>
    </p:spTree>
    <p:extLst>
      <p:ext uri="{BB962C8B-B14F-4D97-AF65-F5344CB8AC3E}">
        <p14:creationId xmlns:p14="http://schemas.microsoft.com/office/powerpoint/2010/main" val="1613021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07C04-CAE8-695E-4F32-8D7C20D642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A9E5E-BF91-764B-03B1-F550663DCC94}"/>
              </a:ext>
            </a:extLst>
          </p:cNvPr>
          <p:cNvSpPr>
            <a:spLocks noGrp="1"/>
          </p:cNvSpPr>
          <p:nvPr>
            <p:ph type="ctrTitle"/>
          </p:nvPr>
        </p:nvSpPr>
        <p:spPr>
          <a:xfrm>
            <a:off x="1524000" y="2235200"/>
            <a:ext cx="9144000" cy="2387600"/>
          </a:xfrm>
        </p:spPr>
        <p:txBody>
          <a:bodyPr>
            <a:normAutofit/>
          </a:bodyPr>
          <a:lstStyle/>
          <a:p>
            <a:r>
              <a:rPr lang="nl-NL" noProof="0" dirty="0"/>
              <a:t>G-c Kritisch, onderzoekend en methodisch werken</a:t>
            </a:r>
          </a:p>
        </p:txBody>
      </p:sp>
      <p:pic>
        <p:nvPicPr>
          <p:cNvPr id="5" name="Graphic 4">
            <a:extLst>
              <a:ext uri="{FF2B5EF4-FFF2-40B4-BE49-F238E27FC236}">
                <a16:creationId xmlns:a16="http://schemas.microsoft.com/office/drawing/2014/main" id="{4A9654D8-6080-9ED8-B136-49A47E645D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3A53BB87-E7E8-4CB7-E03D-EC5531DB3538}"/>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0579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79FCA-26BF-3B11-F035-DDBCDC17B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51F43-8BD0-5208-B0D6-CDB9FDC7C0AB}"/>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G-c Kritisch, onderzoekend en methodisch werken</a:t>
            </a:r>
            <a:endParaRPr lang="nl-NL" sz="3600" noProof="0" dirty="0">
              <a:solidFill>
                <a:schemeClr val="tx2"/>
              </a:solidFill>
            </a:endParaRPr>
          </a:p>
        </p:txBody>
      </p:sp>
      <p:pic>
        <p:nvPicPr>
          <p:cNvPr id="11" name="Graphic 10">
            <a:extLst>
              <a:ext uri="{FF2B5EF4-FFF2-40B4-BE49-F238E27FC236}">
                <a16:creationId xmlns:a16="http://schemas.microsoft.com/office/drawing/2014/main" id="{B9DB4CEC-3BB3-47BE-5069-53D72DF8C7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E90997AA-64B5-1337-0E9D-81D925B775D6}"/>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a:extLst>
              <a:ext uri="{FF2B5EF4-FFF2-40B4-BE49-F238E27FC236}">
                <a16:creationId xmlns:a16="http://schemas.microsoft.com/office/drawing/2014/main" id="{B7541B09-3257-668B-3593-846A9F2AE3AB}"/>
              </a:ext>
            </a:extLst>
          </p:cNvPr>
          <p:cNvSpPr txBox="1">
            <a:spLocks/>
          </p:cNvSpPr>
          <p:nvPr/>
        </p:nvSpPr>
        <p:spPr>
          <a:xfrm>
            <a:off x="838200" y="1825625"/>
            <a:ext cx="614221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l-NL" dirty="0"/>
          </a:p>
        </p:txBody>
      </p:sp>
      <p:sp>
        <p:nvSpPr>
          <p:cNvPr id="5" name="Content Placeholder 4">
            <a:extLst>
              <a:ext uri="{FF2B5EF4-FFF2-40B4-BE49-F238E27FC236}">
                <a16:creationId xmlns:a16="http://schemas.microsoft.com/office/drawing/2014/main" id="{DA82A1D3-5D06-5FD8-F15C-55D88BB9D0D4}"/>
              </a:ext>
            </a:extLst>
          </p:cNvPr>
          <p:cNvSpPr>
            <a:spLocks noGrp="1"/>
          </p:cNvSpPr>
          <p:nvPr>
            <p:ph idx="1"/>
          </p:nvPr>
        </p:nvSpPr>
        <p:spPr>
          <a:xfrm>
            <a:off x="838200" y="1825625"/>
            <a:ext cx="8218714" cy="4351338"/>
          </a:xfrm>
        </p:spPr>
        <p:txBody>
          <a:bodyPr>
            <a:normAutofit/>
          </a:bodyPr>
          <a:lstStyle/>
          <a:p>
            <a:r>
              <a:rPr lang="nl-NL" sz="2400" dirty="0"/>
              <a:t>Data Warehouse Workshop van Snowflake</a:t>
            </a:r>
          </a:p>
          <a:p>
            <a:r>
              <a:rPr lang="nl-NL" sz="2400" dirty="0"/>
              <a:t>Principes van Snowflake en Python gebruikt</a:t>
            </a:r>
          </a:p>
          <a:p>
            <a:r>
              <a:rPr lang="nl-NL" sz="2400" dirty="0"/>
              <a:t>Testaanpak volgens richtlijnen TMAP</a:t>
            </a:r>
          </a:p>
          <a:p>
            <a:r>
              <a:rPr lang="nl-NL" sz="2400" dirty="0"/>
              <a:t>STARR</a:t>
            </a:r>
          </a:p>
          <a:p>
            <a:r>
              <a:rPr lang="nl-NL" sz="2400" dirty="0"/>
              <a:t>KANBAN</a:t>
            </a:r>
          </a:p>
        </p:txBody>
      </p:sp>
      <p:pic>
        <p:nvPicPr>
          <p:cNvPr id="4" name="Picture 3">
            <a:extLst>
              <a:ext uri="{FF2B5EF4-FFF2-40B4-BE49-F238E27FC236}">
                <a16:creationId xmlns:a16="http://schemas.microsoft.com/office/drawing/2014/main" id="{A1E18857-9928-2676-4222-2B72874022C2}"/>
              </a:ext>
            </a:extLst>
          </p:cNvPr>
          <p:cNvPicPr>
            <a:picLocks noChangeAspect="1"/>
          </p:cNvPicPr>
          <p:nvPr/>
        </p:nvPicPr>
        <p:blipFill>
          <a:blip r:embed="rId7"/>
          <a:stretch>
            <a:fillRect/>
          </a:stretch>
        </p:blipFill>
        <p:spPr>
          <a:xfrm>
            <a:off x="9323256" y="1668349"/>
            <a:ext cx="2329455" cy="2560954"/>
          </a:xfrm>
          <a:prstGeom prst="rect">
            <a:avLst/>
          </a:prstGeom>
        </p:spPr>
      </p:pic>
    </p:spTree>
    <p:extLst>
      <p:ext uri="{BB962C8B-B14F-4D97-AF65-F5344CB8AC3E}">
        <p14:creationId xmlns:p14="http://schemas.microsoft.com/office/powerpoint/2010/main" val="3466738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A76A7-1CBE-AECA-6329-5E17AC05F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634DB-574A-3A85-6547-E59EEEAD4D0E}"/>
              </a:ext>
            </a:extLst>
          </p:cNvPr>
          <p:cNvSpPr>
            <a:spLocks noGrp="1"/>
          </p:cNvSpPr>
          <p:nvPr>
            <p:ph type="ctrTitle"/>
          </p:nvPr>
        </p:nvSpPr>
        <p:spPr>
          <a:xfrm>
            <a:off x="1524000" y="2235200"/>
            <a:ext cx="9144000" cy="2387600"/>
          </a:xfrm>
        </p:spPr>
        <p:txBody>
          <a:bodyPr>
            <a:normAutofit fontScale="90000"/>
          </a:bodyPr>
          <a:lstStyle/>
          <a:p>
            <a:r>
              <a:rPr lang="nl-NL" noProof="0" dirty="0"/>
              <a:t>G-f: Leren leren: voorbereiden op volgende studiefase en beroep</a:t>
            </a:r>
          </a:p>
        </p:txBody>
      </p:sp>
      <p:pic>
        <p:nvPicPr>
          <p:cNvPr id="5" name="Graphic 4">
            <a:extLst>
              <a:ext uri="{FF2B5EF4-FFF2-40B4-BE49-F238E27FC236}">
                <a16:creationId xmlns:a16="http://schemas.microsoft.com/office/drawing/2014/main" id="{FAEA3F52-D14E-9D33-4F39-BB8DB7464C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486DFF89-9DCF-76CF-E94A-B4151F0AE907}"/>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981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4159F-18F2-3FAB-FB5C-BA8C77703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9B7D0-6117-1BF6-00E1-D9315402A224}"/>
              </a:ext>
            </a:extLst>
          </p:cNvPr>
          <p:cNvSpPr>
            <a:spLocks noGrp="1"/>
          </p:cNvSpPr>
          <p:nvPr>
            <p:ph type="title"/>
          </p:nvPr>
        </p:nvSpPr>
        <p:spPr>
          <a:xfrm>
            <a:off x="838200" y="365126"/>
            <a:ext cx="10515600" cy="1021714"/>
          </a:xfrm>
        </p:spPr>
        <p:txBody>
          <a:bodyPr anchor="b">
            <a:normAutofit fontScale="90000"/>
          </a:bodyPr>
          <a:lstStyle/>
          <a:p>
            <a:pPr>
              <a:lnSpc>
                <a:spcPct val="100000"/>
              </a:lnSpc>
            </a:pPr>
            <a:r>
              <a:rPr lang="nl-NL" sz="3600" dirty="0"/>
              <a:t>G-f: Leren leren: voorbereiden op volgende studiefase en beroep</a:t>
            </a:r>
            <a:endParaRPr lang="nl-NL" sz="3600" noProof="0" dirty="0">
              <a:solidFill>
                <a:schemeClr val="tx2"/>
              </a:solidFill>
            </a:endParaRPr>
          </a:p>
        </p:txBody>
      </p:sp>
      <p:pic>
        <p:nvPicPr>
          <p:cNvPr id="11" name="Graphic 10">
            <a:extLst>
              <a:ext uri="{FF2B5EF4-FFF2-40B4-BE49-F238E27FC236}">
                <a16:creationId xmlns:a16="http://schemas.microsoft.com/office/drawing/2014/main" id="{D7439F26-EF6B-FB5B-676A-9DD29F5CCE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08629267-F4A0-A601-8240-A7B2537693EA}"/>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a:extLst>
              <a:ext uri="{FF2B5EF4-FFF2-40B4-BE49-F238E27FC236}">
                <a16:creationId xmlns:a16="http://schemas.microsoft.com/office/drawing/2014/main" id="{DFC4DB84-B67B-D326-1E55-015AED20F983}"/>
              </a:ext>
            </a:extLst>
          </p:cNvPr>
          <p:cNvSpPr txBox="1">
            <a:spLocks/>
          </p:cNvSpPr>
          <p:nvPr/>
        </p:nvSpPr>
        <p:spPr>
          <a:xfrm>
            <a:off x="838200" y="1825625"/>
            <a:ext cx="857342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400" dirty="0"/>
              <a:t>Reflectielogboek bijgehouden</a:t>
            </a:r>
          </a:p>
          <a:p>
            <a:r>
              <a:rPr lang="nl-NL" sz="2400" dirty="0"/>
              <a:t>Resultaat</a:t>
            </a:r>
          </a:p>
          <a:p>
            <a:r>
              <a:rPr lang="nl-NL" sz="2400" dirty="0"/>
              <a:t>Waarom</a:t>
            </a:r>
          </a:p>
        </p:txBody>
      </p:sp>
      <p:pic>
        <p:nvPicPr>
          <p:cNvPr id="4" name="Picture 3">
            <a:extLst>
              <a:ext uri="{FF2B5EF4-FFF2-40B4-BE49-F238E27FC236}">
                <a16:creationId xmlns:a16="http://schemas.microsoft.com/office/drawing/2014/main" id="{D2291B86-DB8F-B642-83E0-4F101CEBDABD}"/>
              </a:ext>
            </a:extLst>
          </p:cNvPr>
          <p:cNvPicPr>
            <a:picLocks noChangeAspect="1"/>
          </p:cNvPicPr>
          <p:nvPr/>
        </p:nvPicPr>
        <p:blipFill>
          <a:blip r:embed="rId7"/>
          <a:stretch>
            <a:fillRect/>
          </a:stretch>
        </p:blipFill>
        <p:spPr>
          <a:xfrm>
            <a:off x="7940039" y="1279735"/>
            <a:ext cx="3791480" cy="3048426"/>
          </a:xfrm>
          <a:prstGeom prst="rect">
            <a:avLst/>
          </a:prstGeom>
        </p:spPr>
      </p:pic>
    </p:spTree>
    <p:extLst>
      <p:ext uri="{BB962C8B-B14F-4D97-AF65-F5344CB8AC3E}">
        <p14:creationId xmlns:p14="http://schemas.microsoft.com/office/powerpoint/2010/main" val="3145024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AF4ED-4B21-EB64-1B95-E35B01447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451FD5-8C12-8312-6C34-5A8009B93A5B}"/>
              </a:ext>
            </a:extLst>
          </p:cNvPr>
          <p:cNvSpPr>
            <a:spLocks noGrp="1"/>
          </p:cNvSpPr>
          <p:nvPr>
            <p:ph type="ctrTitle"/>
          </p:nvPr>
        </p:nvSpPr>
        <p:spPr>
          <a:xfrm>
            <a:off x="1524000" y="2235200"/>
            <a:ext cx="9144000" cy="2387600"/>
          </a:xfrm>
        </p:spPr>
        <p:txBody>
          <a:bodyPr>
            <a:normAutofit/>
          </a:bodyPr>
          <a:lstStyle/>
          <a:p>
            <a:r>
              <a:rPr lang="nl-NL" dirty="0"/>
              <a:t>C</a:t>
            </a:r>
            <a:r>
              <a:rPr lang="nl-NL" noProof="0" dirty="0"/>
              <a:t>-1 Ontwerpen software</a:t>
            </a:r>
          </a:p>
        </p:txBody>
      </p:sp>
      <p:pic>
        <p:nvPicPr>
          <p:cNvPr id="5" name="Graphic 4">
            <a:extLst>
              <a:ext uri="{FF2B5EF4-FFF2-40B4-BE49-F238E27FC236}">
                <a16:creationId xmlns:a16="http://schemas.microsoft.com/office/drawing/2014/main" id="{6B98BF31-0DB6-E21E-912A-B8C21587D3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634695E6-029C-C341-FCBE-A3DCCACD2A7E}"/>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867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FAD79F-C18A-57C8-F814-B98FE2119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943B36-CC0D-2DE3-9D75-8E853F1743EE}"/>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C-1 Ontwerpen software</a:t>
            </a:r>
            <a:endParaRPr lang="nl-NL" sz="3600" noProof="0" dirty="0">
              <a:solidFill>
                <a:schemeClr val="tx2"/>
              </a:solidFill>
            </a:endParaRPr>
          </a:p>
        </p:txBody>
      </p:sp>
      <p:pic>
        <p:nvPicPr>
          <p:cNvPr id="11" name="Graphic 10">
            <a:extLst>
              <a:ext uri="{FF2B5EF4-FFF2-40B4-BE49-F238E27FC236}">
                <a16:creationId xmlns:a16="http://schemas.microsoft.com/office/drawing/2014/main" id="{D5C7E01D-2C0A-8C0B-4005-2FB81CB588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F76FC4EA-E7DE-8CD5-A254-F08A6BE63DE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a:extLst>
              <a:ext uri="{FF2B5EF4-FFF2-40B4-BE49-F238E27FC236}">
                <a16:creationId xmlns:a16="http://schemas.microsoft.com/office/drawing/2014/main" id="{EF4D6D8B-41B8-35D5-BDF8-C81960621460}"/>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7181820" y="-92255"/>
            <a:ext cx="4902622" cy="4853645"/>
          </a:xfrm>
          <a:prstGeom prst="rect">
            <a:avLst/>
          </a:prstGeom>
        </p:spPr>
      </p:pic>
      <p:sp>
        <p:nvSpPr>
          <p:cNvPr id="6" name="Content Placeholder 3">
            <a:extLst>
              <a:ext uri="{FF2B5EF4-FFF2-40B4-BE49-F238E27FC236}">
                <a16:creationId xmlns:a16="http://schemas.microsoft.com/office/drawing/2014/main" id="{131FD9BF-274B-F175-9D95-407CD949E62F}"/>
              </a:ext>
            </a:extLst>
          </p:cNvPr>
          <p:cNvSpPr txBox="1">
            <a:spLocks/>
          </p:cNvSpPr>
          <p:nvPr/>
        </p:nvSpPr>
        <p:spPr>
          <a:xfrm>
            <a:off x="838200" y="1825625"/>
            <a:ext cx="614221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NL" sz="2200" dirty="0"/>
              <a:t>Update strategie ontworpen</a:t>
            </a:r>
          </a:p>
          <a:p>
            <a:r>
              <a:rPr lang="nl-NL" sz="2200" dirty="0"/>
              <a:t>Delete strategie uitgebreid</a:t>
            </a:r>
          </a:p>
          <a:p>
            <a:r>
              <a:rPr lang="nl-NL" sz="2200" dirty="0"/>
              <a:t>Betere aansluiting op klantwensen</a:t>
            </a:r>
          </a:p>
          <a:p>
            <a:r>
              <a:rPr lang="nl-NL" sz="2200" dirty="0"/>
              <a:t>Verhoogde business waarde</a:t>
            </a:r>
          </a:p>
          <a:p>
            <a:endParaRPr lang="nl-NL" sz="2400" dirty="0"/>
          </a:p>
        </p:txBody>
      </p:sp>
      <p:pic>
        <p:nvPicPr>
          <p:cNvPr id="8" name="Picture 7">
            <a:extLst>
              <a:ext uri="{FF2B5EF4-FFF2-40B4-BE49-F238E27FC236}">
                <a16:creationId xmlns:a16="http://schemas.microsoft.com/office/drawing/2014/main" id="{7970CB40-FEA0-EDC0-AD16-E01BE8331A2A}"/>
              </a:ext>
            </a:extLst>
          </p:cNvPr>
          <p:cNvPicPr>
            <a:picLocks noChangeAspect="1"/>
          </p:cNvPicPr>
          <p:nvPr/>
        </p:nvPicPr>
        <p:blipFill>
          <a:blip r:embed="rId8">
            <a:extLst>
              <a:ext uri="{28A0092B-C50C-407E-A947-70E740481C1C}">
                <a14:useLocalDpi xmlns:a14="http://schemas.microsoft.com/office/drawing/2010/main" val="0"/>
              </a:ext>
            </a:extLst>
          </a:blip>
          <a:srcRect l="61374" t="32927"/>
          <a:stretch>
            <a:fillRect/>
          </a:stretch>
        </p:blipFill>
        <p:spPr>
          <a:xfrm>
            <a:off x="5575563" y="4575809"/>
            <a:ext cx="3011110" cy="1917065"/>
          </a:xfrm>
          <a:prstGeom prst="rect">
            <a:avLst/>
          </a:prstGeom>
        </p:spPr>
      </p:pic>
    </p:spTree>
    <p:extLst>
      <p:ext uri="{BB962C8B-B14F-4D97-AF65-F5344CB8AC3E}">
        <p14:creationId xmlns:p14="http://schemas.microsoft.com/office/powerpoint/2010/main" val="3774888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7B1F1-A720-0AA3-C043-3071AD3F2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98E8DC-9731-1666-4E70-9411BDD77568}"/>
              </a:ext>
            </a:extLst>
          </p:cNvPr>
          <p:cNvSpPr>
            <a:spLocks noGrp="1"/>
          </p:cNvSpPr>
          <p:nvPr>
            <p:ph type="ctrTitle"/>
          </p:nvPr>
        </p:nvSpPr>
        <p:spPr>
          <a:xfrm>
            <a:off x="1524000" y="2235200"/>
            <a:ext cx="9144000" cy="2387600"/>
          </a:xfrm>
        </p:spPr>
        <p:txBody>
          <a:bodyPr>
            <a:normAutofit/>
          </a:bodyPr>
          <a:lstStyle/>
          <a:p>
            <a:r>
              <a:rPr lang="nl-NL" noProof="0" dirty="0"/>
              <a:t>D-1 Realiseren van software</a:t>
            </a:r>
          </a:p>
        </p:txBody>
      </p:sp>
      <p:pic>
        <p:nvPicPr>
          <p:cNvPr id="5" name="Graphic 4">
            <a:extLst>
              <a:ext uri="{FF2B5EF4-FFF2-40B4-BE49-F238E27FC236}">
                <a16:creationId xmlns:a16="http://schemas.microsoft.com/office/drawing/2014/main" id="{EAFB9A78-7C75-64C3-982F-33D777525C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9CC56107-FCB8-F798-471F-B364F06BDE25}"/>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075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90DDC6-3403-64FB-E20C-6BF1368A3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8A2FC6-1D9B-DCAF-C7FE-8DC255E8F9D1}"/>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D-1: Realiseren van software</a:t>
            </a:r>
            <a:endParaRPr lang="nl-NL" sz="3600" noProof="0" dirty="0">
              <a:solidFill>
                <a:schemeClr val="tx2"/>
              </a:solidFill>
            </a:endParaRPr>
          </a:p>
        </p:txBody>
      </p:sp>
      <p:pic>
        <p:nvPicPr>
          <p:cNvPr id="11" name="Graphic 10">
            <a:extLst>
              <a:ext uri="{FF2B5EF4-FFF2-40B4-BE49-F238E27FC236}">
                <a16:creationId xmlns:a16="http://schemas.microsoft.com/office/drawing/2014/main" id="{CBDE30C6-D396-4B50-11FC-0134E986A1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22D5B6DB-EB4B-C5DC-648A-9F1805E502CB}"/>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07B82EC6-CAB8-E0F8-A72D-BE14EE9CF8D4}"/>
              </a:ext>
            </a:extLst>
          </p:cNvPr>
          <p:cNvSpPr>
            <a:spLocks noGrp="1"/>
          </p:cNvSpPr>
          <p:nvPr>
            <p:ph idx="1"/>
          </p:nvPr>
        </p:nvSpPr>
        <p:spPr>
          <a:xfrm>
            <a:off x="838200" y="1825625"/>
            <a:ext cx="5699760" cy="4088338"/>
          </a:xfrm>
        </p:spPr>
        <p:txBody>
          <a:bodyPr>
            <a:normAutofit/>
          </a:bodyPr>
          <a:lstStyle/>
          <a:p>
            <a:r>
              <a:rPr lang="en-GB" sz="2400" dirty="0" err="1"/>
              <a:t>Implementatie</a:t>
            </a:r>
            <a:r>
              <a:rPr lang="en-GB" sz="2400" dirty="0"/>
              <a:t> </a:t>
            </a:r>
            <a:r>
              <a:rPr lang="nl-NL" sz="2400" dirty="0"/>
              <a:t>afgerond en verbeterd</a:t>
            </a:r>
            <a:endParaRPr lang="nl-NL" sz="2400" noProof="0" dirty="0"/>
          </a:p>
          <a:p>
            <a:r>
              <a:rPr lang="nl-NL" sz="2400" dirty="0"/>
              <a:t>SQL oplossing verder uitgewerkt</a:t>
            </a:r>
          </a:p>
          <a:p>
            <a:r>
              <a:rPr lang="nl-NL" sz="2400" dirty="0"/>
              <a:t>Python oplossing verder uitgewerkt</a:t>
            </a:r>
          </a:p>
          <a:p>
            <a:r>
              <a:rPr lang="nl-NL" sz="2400" dirty="0"/>
              <a:t>Update logica geimplementeerd</a:t>
            </a:r>
          </a:p>
          <a:p>
            <a:r>
              <a:rPr lang="nl-NL" sz="2400" dirty="0"/>
              <a:t>Hard delete toegevoegd</a:t>
            </a:r>
          </a:p>
        </p:txBody>
      </p:sp>
      <p:pic>
        <p:nvPicPr>
          <p:cNvPr id="15" name="Picture 14">
            <a:extLst>
              <a:ext uri="{FF2B5EF4-FFF2-40B4-BE49-F238E27FC236}">
                <a16:creationId xmlns:a16="http://schemas.microsoft.com/office/drawing/2014/main" id="{94641FA0-3BDB-49B9-44B2-7D849BCA0C6E}"/>
              </a:ext>
            </a:extLst>
          </p:cNvPr>
          <p:cNvPicPr>
            <a:picLocks noChangeAspect="1"/>
          </p:cNvPicPr>
          <p:nvPr/>
        </p:nvPicPr>
        <p:blipFill>
          <a:blip r:embed="rId7"/>
          <a:stretch>
            <a:fillRect/>
          </a:stretch>
        </p:blipFill>
        <p:spPr>
          <a:xfrm>
            <a:off x="9557338" y="252273"/>
            <a:ext cx="2221323" cy="2760787"/>
          </a:xfrm>
          <a:prstGeom prst="rect">
            <a:avLst/>
          </a:prstGeom>
        </p:spPr>
      </p:pic>
      <p:pic>
        <p:nvPicPr>
          <p:cNvPr id="4" name="Picture 3">
            <a:extLst>
              <a:ext uri="{FF2B5EF4-FFF2-40B4-BE49-F238E27FC236}">
                <a16:creationId xmlns:a16="http://schemas.microsoft.com/office/drawing/2014/main" id="{587286DB-7D14-991A-42F7-C55F2F9C9EFF}"/>
              </a:ext>
            </a:extLst>
          </p:cNvPr>
          <p:cNvPicPr>
            <a:picLocks noChangeAspect="1"/>
          </p:cNvPicPr>
          <p:nvPr/>
        </p:nvPicPr>
        <p:blipFill>
          <a:blip r:embed="rId8"/>
          <a:stretch>
            <a:fillRect/>
          </a:stretch>
        </p:blipFill>
        <p:spPr>
          <a:xfrm>
            <a:off x="4953330" y="5403094"/>
            <a:ext cx="5334744" cy="209579"/>
          </a:xfrm>
          <a:prstGeom prst="rect">
            <a:avLst/>
          </a:prstGeom>
        </p:spPr>
      </p:pic>
      <p:sp>
        <p:nvSpPr>
          <p:cNvPr id="5" name="TextBox 4">
            <a:extLst>
              <a:ext uri="{FF2B5EF4-FFF2-40B4-BE49-F238E27FC236}">
                <a16:creationId xmlns:a16="http://schemas.microsoft.com/office/drawing/2014/main" id="{9A71864C-D908-7335-4F11-827F0C503E7E}"/>
              </a:ext>
            </a:extLst>
          </p:cNvPr>
          <p:cNvSpPr txBox="1"/>
          <p:nvPr/>
        </p:nvSpPr>
        <p:spPr>
          <a:xfrm>
            <a:off x="6977067" y="5033762"/>
            <a:ext cx="2262158" cy="369332"/>
          </a:xfrm>
          <a:prstGeom prst="rect">
            <a:avLst/>
          </a:prstGeom>
          <a:noFill/>
        </p:spPr>
        <p:txBody>
          <a:bodyPr wrap="none" rtlCol="0">
            <a:spAutoFit/>
          </a:bodyPr>
          <a:lstStyle/>
          <a:p>
            <a:r>
              <a:rPr lang="nl-NL" dirty="0"/>
              <a:t>PEP 484: type hinting</a:t>
            </a:r>
          </a:p>
        </p:txBody>
      </p:sp>
      <p:pic>
        <p:nvPicPr>
          <p:cNvPr id="6" name="Picture 5">
            <a:extLst>
              <a:ext uri="{FF2B5EF4-FFF2-40B4-BE49-F238E27FC236}">
                <a16:creationId xmlns:a16="http://schemas.microsoft.com/office/drawing/2014/main" id="{2FBECF5E-8CC2-FD99-7824-E84E9D854FC7}"/>
              </a:ext>
            </a:extLst>
          </p:cNvPr>
          <p:cNvPicPr>
            <a:picLocks noChangeAspect="1"/>
          </p:cNvPicPr>
          <p:nvPr/>
        </p:nvPicPr>
        <p:blipFill>
          <a:blip r:embed="rId9"/>
          <a:stretch>
            <a:fillRect/>
          </a:stretch>
        </p:blipFill>
        <p:spPr>
          <a:xfrm>
            <a:off x="9555809" y="4421227"/>
            <a:ext cx="2267266" cy="666843"/>
          </a:xfrm>
          <a:prstGeom prst="rect">
            <a:avLst/>
          </a:prstGeom>
        </p:spPr>
      </p:pic>
      <p:sp>
        <p:nvSpPr>
          <p:cNvPr id="7" name="TextBox 6">
            <a:extLst>
              <a:ext uri="{FF2B5EF4-FFF2-40B4-BE49-F238E27FC236}">
                <a16:creationId xmlns:a16="http://schemas.microsoft.com/office/drawing/2014/main" id="{4313FE13-467F-5C9A-7F57-B6344EBB22FB}"/>
              </a:ext>
            </a:extLst>
          </p:cNvPr>
          <p:cNvSpPr txBox="1"/>
          <p:nvPr/>
        </p:nvSpPr>
        <p:spPr>
          <a:xfrm>
            <a:off x="9388765" y="4106203"/>
            <a:ext cx="2601353" cy="369332"/>
          </a:xfrm>
          <a:prstGeom prst="rect">
            <a:avLst/>
          </a:prstGeom>
          <a:noFill/>
        </p:spPr>
        <p:txBody>
          <a:bodyPr wrap="none" rtlCol="0">
            <a:spAutoFit/>
          </a:bodyPr>
          <a:lstStyle/>
          <a:p>
            <a:r>
              <a:rPr lang="nl-NL" dirty="0"/>
              <a:t>PEP 343: with statement</a:t>
            </a:r>
          </a:p>
        </p:txBody>
      </p:sp>
    </p:spTree>
    <p:extLst>
      <p:ext uri="{BB962C8B-B14F-4D97-AF65-F5344CB8AC3E}">
        <p14:creationId xmlns:p14="http://schemas.microsoft.com/office/powerpoint/2010/main" val="2576228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BAC35-63E2-16D3-F8C1-8F752249A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B9478-DF95-F1BF-7118-3A76C577BD53}"/>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Resultaat</a:t>
            </a:r>
          </a:p>
        </p:txBody>
      </p:sp>
      <p:pic>
        <p:nvPicPr>
          <p:cNvPr id="11" name="Graphic 10">
            <a:extLst>
              <a:ext uri="{FF2B5EF4-FFF2-40B4-BE49-F238E27FC236}">
                <a16:creationId xmlns:a16="http://schemas.microsoft.com/office/drawing/2014/main" id="{869266B0-1584-2A98-8878-0D43E6047E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E7A4E20F-F016-C59C-0A5D-DBD49A50DF5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546F165D-8B05-901E-D620-8F039E2F8A8D}"/>
              </a:ext>
            </a:extLst>
          </p:cNvPr>
          <p:cNvGraphicFramePr>
            <a:graphicFrameLocks noGrp="1"/>
          </p:cNvGraphicFramePr>
          <p:nvPr/>
        </p:nvGraphicFramePr>
        <p:xfrm>
          <a:off x="1125691" y="3085626"/>
          <a:ext cx="4188693" cy="1854200"/>
        </p:xfrm>
        <a:graphic>
          <a:graphicData uri="http://schemas.openxmlformats.org/drawingml/2006/table">
            <a:tbl>
              <a:tblPr firstRow="1" bandRow="1">
                <a:tableStyleId>{5C22544A-7EE6-4342-B048-85BDC9FD1C3A}</a:tableStyleId>
              </a:tblPr>
              <a:tblGrid>
                <a:gridCol w="428943">
                  <a:extLst>
                    <a:ext uri="{9D8B030D-6E8A-4147-A177-3AD203B41FA5}">
                      <a16:colId xmlns:a16="http://schemas.microsoft.com/office/drawing/2014/main" val="3879067302"/>
                    </a:ext>
                  </a:extLst>
                </a:gridCol>
                <a:gridCol w="1412748">
                  <a:extLst>
                    <a:ext uri="{9D8B030D-6E8A-4147-A177-3AD203B41FA5}">
                      <a16:colId xmlns:a16="http://schemas.microsoft.com/office/drawing/2014/main" val="3922719967"/>
                    </a:ext>
                  </a:extLst>
                </a:gridCol>
                <a:gridCol w="2347002">
                  <a:extLst>
                    <a:ext uri="{9D8B030D-6E8A-4147-A177-3AD203B41FA5}">
                      <a16:colId xmlns:a16="http://schemas.microsoft.com/office/drawing/2014/main" val="2296915550"/>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extLst>
                  <a:ext uri="{0D108BD9-81ED-4DB2-BD59-A6C34878D82A}">
                    <a16:rowId xmlns:a16="http://schemas.microsoft.com/office/drawing/2014/main" val="3025981488"/>
                  </a:ext>
                </a:extLst>
              </a:tr>
              <a:tr h="370840">
                <a:tc>
                  <a:txBody>
                    <a:bodyPr/>
                    <a:lstStyle/>
                    <a:p>
                      <a:r>
                        <a:rPr lang="nl-NL" sz="1600" dirty="0"/>
                        <a:t>2</a:t>
                      </a:r>
                    </a:p>
                  </a:txBody>
                  <a:tcPr/>
                </a:tc>
                <a:tc>
                  <a:txBody>
                    <a:bodyPr/>
                    <a:lstStyle/>
                    <a:p>
                      <a:r>
                        <a:rPr lang="nl-NL" sz="1600" dirty="0"/>
                        <a:t>Jane Doe</a:t>
                      </a:r>
                    </a:p>
                  </a:txBody>
                  <a:tcPr/>
                </a:tc>
                <a:tc>
                  <a:txBody>
                    <a:bodyPr/>
                    <a:lstStyle/>
                    <a:p>
                      <a:r>
                        <a:rPr lang="nl-NL" sz="1600" dirty="0"/>
                        <a:t>Arnhem</a:t>
                      </a:r>
                    </a:p>
                  </a:txBody>
                  <a:tcPr/>
                </a:tc>
                <a:extLst>
                  <a:ext uri="{0D108BD9-81ED-4DB2-BD59-A6C34878D82A}">
                    <a16:rowId xmlns:a16="http://schemas.microsoft.com/office/drawing/2014/main" val="560218217"/>
                  </a:ext>
                </a:extLst>
              </a:tr>
              <a:tr h="370840">
                <a:tc>
                  <a:txBody>
                    <a:bodyPr/>
                    <a:lstStyle/>
                    <a:p>
                      <a:r>
                        <a:rPr lang="nl-NL" sz="1600" dirty="0"/>
                        <a:t>2</a:t>
                      </a:r>
                    </a:p>
                  </a:txBody>
                  <a:tcPr/>
                </a:tc>
                <a:tc>
                  <a:txBody>
                    <a:bodyPr/>
                    <a:lstStyle/>
                    <a:p>
                      <a:r>
                        <a:rPr lang="nl-NL" sz="1600" dirty="0"/>
                        <a:t>Jane Doe</a:t>
                      </a:r>
                    </a:p>
                  </a:txBody>
                  <a:tcPr/>
                </a:tc>
                <a:tc>
                  <a:txBody>
                    <a:bodyPr/>
                    <a:lstStyle/>
                    <a:p>
                      <a:r>
                        <a:rPr lang="nl-NL" sz="1600" dirty="0"/>
                        <a:t>Maastricht</a:t>
                      </a:r>
                    </a:p>
                  </a:txBody>
                  <a:tcPr/>
                </a:tc>
                <a:extLst>
                  <a:ext uri="{0D108BD9-81ED-4DB2-BD59-A6C34878D82A}">
                    <a16:rowId xmlns:a16="http://schemas.microsoft.com/office/drawing/2014/main" val="1058262060"/>
                  </a:ext>
                </a:extLst>
              </a:tr>
              <a:tr h="370840">
                <a:tc>
                  <a:txBody>
                    <a:bodyPr/>
                    <a:lstStyle/>
                    <a:p>
                      <a:endParaRPr lang="nl-NL" sz="1600" dirty="0"/>
                    </a:p>
                  </a:txBody>
                  <a:tcPr/>
                </a:tc>
                <a:tc>
                  <a:txBody>
                    <a:bodyPr/>
                    <a:lstStyle/>
                    <a:p>
                      <a:r>
                        <a:rPr lang="nl-NL" sz="1600" dirty="0"/>
                        <a:t>Emma Ptykee</a:t>
                      </a:r>
                    </a:p>
                  </a:txBody>
                  <a:tcPr/>
                </a:tc>
                <a:tc>
                  <a:txBody>
                    <a:bodyPr/>
                    <a:lstStyle/>
                    <a:p>
                      <a:r>
                        <a:rPr lang="nl-NL" sz="1600" dirty="0"/>
                        <a:t>Rotterdam</a:t>
                      </a:r>
                    </a:p>
                  </a:txBody>
                  <a:tcPr/>
                </a:tc>
                <a:extLst>
                  <a:ext uri="{0D108BD9-81ED-4DB2-BD59-A6C34878D82A}">
                    <a16:rowId xmlns:a16="http://schemas.microsoft.com/office/drawing/2014/main" val="1700026795"/>
                  </a:ext>
                </a:extLst>
              </a:tr>
            </a:tbl>
          </a:graphicData>
        </a:graphic>
      </p:graphicFrame>
      <p:sp>
        <p:nvSpPr>
          <p:cNvPr id="9" name="Content Placeholder 3">
            <a:extLst>
              <a:ext uri="{FF2B5EF4-FFF2-40B4-BE49-F238E27FC236}">
                <a16:creationId xmlns:a16="http://schemas.microsoft.com/office/drawing/2014/main" id="{50C9A5BC-17B9-C120-F073-D7D08513685D}"/>
              </a:ext>
            </a:extLst>
          </p:cNvPr>
          <p:cNvSpPr>
            <a:spLocks noGrp="1"/>
          </p:cNvSpPr>
          <p:nvPr>
            <p:ph idx="1"/>
          </p:nvPr>
        </p:nvSpPr>
        <p:spPr>
          <a:xfrm>
            <a:off x="838200" y="1825625"/>
            <a:ext cx="7369098" cy="1260001"/>
          </a:xfrm>
        </p:spPr>
        <p:txBody>
          <a:bodyPr>
            <a:normAutofit/>
          </a:bodyPr>
          <a:lstStyle/>
          <a:p>
            <a:r>
              <a:rPr lang="nl-NL" dirty="0"/>
              <a:t>Brontabel</a:t>
            </a:r>
            <a:r>
              <a:rPr lang="nl-NL" sz="2400" dirty="0"/>
              <a:t> wordt geladen in Snowflake</a:t>
            </a:r>
          </a:p>
          <a:p>
            <a:endParaRPr lang="nl-NL" sz="2400" noProof="0" dirty="0"/>
          </a:p>
        </p:txBody>
      </p:sp>
      <p:pic>
        <p:nvPicPr>
          <p:cNvPr id="3" name="Graphic 6">
            <a:extLst>
              <a:ext uri="{FF2B5EF4-FFF2-40B4-BE49-F238E27FC236}">
                <a16:creationId xmlns:a16="http://schemas.microsoft.com/office/drawing/2014/main" id="{462B630F-141B-4245-0E74-3799620BE1CC}"/>
              </a:ext>
            </a:extLst>
          </p:cNvPr>
          <p:cNvPicPr>
            <a:picLocks noChangeAspect="1"/>
          </p:cNvPicPr>
          <p:nvPr/>
        </p:nvPicPr>
        <p:blipFill>
          <a:blip r:embed="rId7">
            <a:alphaModFix/>
            <a:extLst>
              <a:ext uri="{28A0092B-C50C-407E-A947-70E740481C1C}">
                <a14:useLocalDpi xmlns:a14="http://schemas.microsoft.com/office/drawing/2010/main" val="0"/>
              </a:ext>
            </a:extLst>
          </a:blip>
          <a:srcRect r="7" b="7"/>
          <a:stretch>
            <a:fillRect/>
          </a:stretch>
        </p:blipFill>
        <p:spPr>
          <a:xfrm>
            <a:off x="7736350" y="2752724"/>
            <a:ext cx="2381037" cy="2381037"/>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4" name="Arrow: Striped Right 3">
            <a:extLst>
              <a:ext uri="{FF2B5EF4-FFF2-40B4-BE49-F238E27FC236}">
                <a16:creationId xmlns:a16="http://schemas.microsoft.com/office/drawing/2014/main" id="{7916B08F-ADA5-FECA-458B-8C1692BC028E}"/>
              </a:ext>
            </a:extLst>
          </p:cNvPr>
          <p:cNvSpPr/>
          <p:nvPr/>
        </p:nvSpPr>
        <p:spPr>
          <a:xfrm>
            <a:off x="5876544" y="3772375"/>
            <a:ext cx="1310502" cy="523173"/>
          </a:xfrm>
          <a:prstGeom prst="strip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4004888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2DCC0C-9EE2-65B0-BDFD-10FB26C45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BF827-FBA1-A42B-A207-6F2719D724BF}"/>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Genereren vingerafdruk</a:t>
            </a:r>
          </a:p>
        </p:txBody>
      </p:sp>
      <p:pic>
        <p:nvPicPr>
          <p:cNvPr id="11" name="Graphic 10">
            <a:extLst>
              <a:ext uri="{FF2B5EF4-FFF2-40B4-BE49-F238E27FC236}">
                <a16:creationId xmlns:a16="http://schemas.microsoft.com/office/drawing/2014/main" id="{5B581C41-8154-0A6D-7FD3-3242112508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B99C6119-2F6D-57BE-49E6-4444C1CE3C9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D17DF63-F117-2E9A-3A34-25C8BD01E09E}"/>
              </a:ext>
            </a:extLst>
          </p:cNvPr>
          <p:cNvSpPr txBox="1"/>
          <p:nvPr/>
        </p:nvSpPr>
        <p:spPr>
          <a:xfrm>
            <a:off x="3188896" y="5003596"/>
            <a:ext cx="370614"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rtlCol="0">
            <a:spAutoFit/>
          </a:bodyPr>
          <a:lstStyle/>
          <a:p>
            <a:pPr algn="ctr"/>
            <a:r>
              <a:rPr lang="en-US" dirty="0"/>
              <a:t>In</a:t>
            </a:r>
            <a:endParaRPr lang="nl-NL" dirty="0"/>
          </a:p>
        </p:txBody>
      </p:sp>
      <p:sp>
        <p:nvSpPr>
          <p:cNvPr id="12" name="Arrow: Right 11">
            <a:extLst>
              <a:ext uri="{FF2B5EF4-FFF2-40B4-BE49-F238E27FC236}">
                <a16:creationId xmlns:a16="http://schemas.microsoft.com/office/drawing/2014/main" id="{3557755D-5758-7FA0-F3AC-B1F03ABCCC0C}"/>
              </a:ext>
            </a:extLst>
          </p:cNvPr>
          <p:cNvSpPr/>
          <p:nvPr/>
        </p:nvSpPr>
        <p:spPr>
          <a:xfrm>
            <a:off x="5242913" y="5560509"/>
            <a:ext cx="423747" cy="32338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a:p>
        </p:txBody>
      </p:sp>
      <p:cxnSp>
        <p:nvCxnSpPr>
          <p:cNvPr id="14" name="Straight Arrow Connector 13">
            <a:extLst>
              <a:ext uri="{FF2B5EF4-FFF2-40B4-BE49-F238E27FC236}">
                <a16:creationId xmlns:a16="http://schemas.microsoft.com/office/drawing/2014/main" id="{1A669F8F-A75F-0FB4-3775-7263F5C68D3D}"/>
              </a:ext>
            </a:extLst>
          </p:cNvPr>
          <p:cNvCxnSpPr>
            <a:cxnSpLocks/>
          </p:cNvCxnSpPr>
          <p:nvPr/>
        </p:nvCxnSpPr>
        <p:spPr>
          <a:xfrm>
            <a:off x="5454786" y="4368304"/>
            <a:ext cx="0" cy="10046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aphicFrame>
        <p:nvGraphicFramePr>
          <p:cNvPr id="18" name="Table 17">
            <a:extLst>
              <a:ext uri="{FF2B5EF4-FFF2-40B4-BE49-F238E27FC236}">
                <a16:creationId xmlns:a16="http://schemas.microsoft.com/office/drawing/2014/main" id="{77888D3C-969E-6D68-5222-392E189AA6A4}"/>
              </a:ext>
            </a:extLst>
          </p:cNvPr>
          <p:cNvGraphicFramePr>
            <a:graphicFrameLocks noGrp="1"/>
          </p:cNvGraphicFramePr>
          <p:nvPr>
            <p:extLst>
              <p:ext uri="{D42A27DB-BD31-4B8C-83A1-F6EECF244321}">
                <p14:modId xmlns:p14="http://schemas.microsoft.com/office/powerpoint/2010/main" val="2586619544"/>
              </p:ext>
            </p:extLst>
          </p:nvPr>
        </p:nvGraphicFramePr>
        <p:xfrm>
          <a:off x="1893119" y="5372928"/>
          <a:ext cx="2962168" cy="741680"/>
        </p:xfrm>
        <a:graphic>
          <a:graphicData uri="http://schemas.openxmlformats.org/drawingml/2006/table">
            <a:tbl>
              <a:tblPr firstRow="1" bandRow="1">
                <a:tableStyleId>{5C22544A-7EE6-4342-B048-85BDC9FD1C3A}</a:tableStyleId>
              </a:tblPr>
              <a:tblGrid>
                <a:gridCol w="591336">
                  <a:extLst>
                    <a:ext uri="{9D8B030D-6E8A-4147-A177-3AD203B41FA5}">
                      <a16:colId xmlns:a16="http://schemas.microsoft.com/office/drawing/2014/main" val="1122791580"/>
                    </a:ext>
                  </a:extLst>
                </a:gridCol>
                <a:gridCol w="1029018">
                  <a:extLst>
                    <a:ext uri="{9D8B030D-6E8A-4147-A177-3AD203B41FA5}">
                      <a16:colId xmlns:a16="http://schemas.microsoft.com/office/drawing/2014/main" val="3922719967"/>
                    </a:ext>
                  </a:extLst>
                </a:gridCol>
                <a:gridCol w="1341814">
                  <a:extLst>
                    <a:ext uri="{9D8B030D-6E8A-4147-A177-3AD203B41FA5}">
                      <a16:colId xmlns:a16="http://schemas.microsoft.com/office/drawing/2014/main" val="2296915550"/>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extLst>
                  <a:ext uri="{0D108BD9-81ED-4DB2-BD59-A6C34878D82A}">
                    <a16:rowId xmlns:a16="http://schemas.microsoft.com/office/drawing/2014/main" val="3025981488"/>
                  </a:ext>
                </a:extLst>
              </a:tr>
            </a:tbl>
          </a:graphicData>
        </a:graphic>
      </p:graphicFrame>
      <p:graphicFrame>
        <p:nvGraphicFramePr>
          <p:cNvPr id="20" name="Table 19">
            <a:extLst>
              <a:ext uri="{FF2B5EF4-FFF2-40B4-BE49-F238E27FC236}">
                <a16:creationId xmlns:a16="http://schemas.microsoft.com/office/drawing/2014/main" id="{355C1DDC-890B-C3D6-4025-E290F781CED8}"/>
              </a:ext>
            </a:extLst>
          </p:cNvPr>
          <p:cNvGraphicFramePr>
            <a:graphicFrameLocks noGrp="1"/>
          </p:cNvGraphicFramePr>
          <p:nvPr>
            <p:extLst>
              <p:ext uri="{D42A27DB-BD31-4B8C-83A1-F6EECF244321}">
                <p14:modId xmlns:p14="http://schemas.microsoft.com/office/powerpoint/2010/main" val="3159696293"/>
              </p:ext>
            </p:extLst>
          </p:nvPr>
        </p:nvGraphicFramePr>
        <p:xfrm>
          <a:off x="6113911" y="5372928"/>
          <a:ext cx="4186773" cy="741680"/>
        </p:xfrm>
        <a:graphic>
          <a:graphicData uri="http://schemas.openxmlformats.org/drawingml/2006/table">
            <a:tbl>
              <a:tblPr firstRow="1" bandRow="1">
                <a:tableStyleId>{5C22544A-7EE6-4342-B048-85BDC9FD1C3A}</a:tableStyleId>
              </a:tblPr>
              <a:tblGrid>
                <a:gridCol w="428943">
                  <a:extLst>
                    <a:ext uri="{9D8B030D-6E8A-4147-A177-3AD203B41FA5}">
                      <a16:colId xmlns:a16="http://schemas.microsoft.com/office/drawing/2014/main" val="1384314342"/>
                    </a:ext>
                  </a:extLst>
                </a:gridCol>
                <a:gridCol w="1029018">
                  <a:extLst>
                    <a:ext uri="{9D8B030D-6E8A-4147-A177-3AD203B41FA5}">
                      <a16:colId xmlns:a16="http://schemas.microsoft.com/office/drawing/2014/main" val="3922719967"/>
                    </a:ext>
                  </a:extLst>
                </a:gridCol>
                <a:gridCol w="1337882">
                  <a:extLst>
                    <a:ext uri="{9D8B030D-6E8A-4147-A177-3AD203B41FA5}">
                      <a16:colId xmlns:a16="http://schemas.microsoft.com/office/drawing/2014/main" val="2296915550"/>
                    </a:ext>
                  </a:extLst>
                </a:gridCol>
                <a:gridCol w="1390930">
                  <a:extLst>
                    <a:ext uri="{9D8B030D-6E8A-4147-A177-3AD203B41FA5}">
                      <a16:colId xmlns:a16="http://schemas.microsoft.com/office/drawing/2014/main" val="297944058"/>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tc>
                  <a:txBody>
                    <a:bodyPr/>
                    <a:lstStyle/>
                    <a:p>
                      <a:r>
                        <a:rPr lang="en-US" sz="1600" dirty="0"/>
                        <a:t>ROW_HASH</a:t>
                      </a:r>
                      <a:endParaRPr lang="nl-NL" sz="1600" dirty="0"/>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tc>
                  <a:txBody>
                    <a:bodyPr/>
                    <a:lstStyle/>
                    <a:p>
                      <a:r>
                        <a:rPr lang="en-US" sz="1600" dirty="0"/>
                        <a:t>f94c1d22..</a:t>
                      </a:r>
                      <a:endParaRPr lang="nl-NL" sz="1600" dirty="0"/>
                    </a:p>
                  </a:txBody>
                  <a:tcPr/>
                </a:tc>
                <a:extLst>
                  <a:ext uri="{0D108BD9-81ED-4DB2-BD59-A6C34878D82A}">
                    <a16:rowId xmlns:a16="http://schemas.microsoft.com/office/drawing/2014/main" val="3025981488"/>
                  </a:ext>
                </a:extLst>
              </a:tr>
            </a:tbl>
          </a:graphicData>
        </a:graphic>
      </p:graphicFrame>
      <p:sp>
        <p:nvSpPr>
          <p:cNvPr id="21" name="TextBox 20">
            <a:extLst>
              <a:ext uri="{FF2B5EF4-FFF2-40B4-BE49-F238E27FC236}">
                <a16:creationId xmlns:a16="http://schemas.microsoft.com/office/drawing/2014/main" id="{C4D0ACF3-03CE-CA83-1B27-6360F23EE0E1}"/>
              </a:ext>
            </a:extLst>
          </p:cNvPr>
          <p:cNvSpPr txBox="1"/>
          <p:nvPr/>
        </p:nvSpPr>
        <p:spPr>
          <a:xfrm>
            <a:off x="7888123" y="5003596"/>
            <a:ext cx="471604"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rtlCol="0">
            <a:spAutoFit/>
          </a:bodyPr>
          <a:lstStyle/>
          <a:p>
            <a:pPr algn="ctr"/>
            <a:r>
              <a:rPr lang="en-US" dirty="0" err="1"/>
              <a:t>Uit</a:t>
            </a:r>
            <a:endParaRPr lang="nl-NL" dirty="0"/>
          </a:p>
        </p:txBody>
      </p:sp>
      <p:sp>
        <p:nvSpPr>
          <p:cNvPr id="3" name="Content Placeholder 3">
            <a:extLst>
              <a:ext uri="{FF2B5EF4-FFF2-40B4-BE49-F238E27FC236}">
                <a16:creationId xmlns:a16="http://schemas.microsoft.com/office/drawing/2014/main" id="{EEF36D8A-1E65-63E2-9206-D271EFEBB1F1}"/>
              </a:ext>
            </a:extLst>
          </p:cNvPr>
          <p:cNvSpPr>
            <a:spLocks noGrp="1"/>
          </p:cNvSpPr>
          <p:nvPr>
            <p:ph idx="1"/>
          </p:nvPr>
        </p:nvSpPr>
        <p:spPr>
          <a:xfrm>
            <a:off x="838200" y="1825626"/>
            <a:ext cx="7369098" cy="1197492"/>
          </a:xfrm>
        </p:spPr>
        <p:txBody>
          <a:bodyPr>
            <a:normAutofit/>
          </a:bodyPr>
          <a:lstStyle/>
          <a:p>
            <a:r>
              <a:rPr lang="nl-NL" noProof="0" dirty="0"/>
              <a:t>Secure Hash Algorithm 256 bits (SHA256)</a:t>
            </a:r>
          </a:p>
        </p:txBody>
      </p:sp>
      <p:pic>
        <p:nvPicPr>
          <p:cNvPr id="6" name="Picture 5">
            <a:extLst>
              <a:ext uri="{FF2B5EF4-FFF2-40B4-BE49-F238E27FC236}">
                <a16:creationId xmlns:a16="http://schemas.microsoft.com/office/drawing/2014/main" id="{05EC1865-9021-FC76-1F2D-905371A8E848}"/>
              </a:ext>
            </a:extLst>
          </p:cNvPr>
          <p:cNvPicPr>
            <a:picLocks noChangeAspect="1"/>
          </p:cNvPicPr>
          <p:nvPr/>
        </p:nvPicPr>
        <p:blipFill>
          <a:blip r:embed="rId7"/>
          <a:stretch>
            <a:fillRect/>
          </a:stretch>
        </p:blipFill>
        <p:spPr>
          <a:xfrm>
            <a:off x="1348938" y="3430654"/>
            <a:ext cx="8211696" cy="1171739"/>
          </a:xfrm>
          <a:prstGeom prst="rect">
            <a:avLst/>
          </a:prstGeom>
        </p:spPr>
      </p:pic>
    </p:spTree>
    <p:extLst>
      <p:ext uri="{BB962C8B-B14F-4D97-AF65-F5344CB8AC3E}">
        <p14:creationId xmlns:p14="http://schemas.microsoft.com/office/powerpoint/2010/main" val="982859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720C2A-F2A9-3A4D-E010-08033D18A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209B5F-B480-7C32-D1F3-A97152D3DF91}"/>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CDC proces</a:t>
            </a:r>
          </a:p>
        </p:txBody>
      </p:sp>
      <p:pic>
        <p:nvPicPr>
          <p:cNvPr id="11" name="Graphic 10">
            <a:extLst>
              <a:ext uri="{FF2B5EF4-FFF2-40B4-BE49-F238E27FC236}">
                <a16:creationId xmlns:a16="http://schemas.microsoft.com/office/drawing/2014/main" id="{443BA7D2-4A6C-C9C6-5776-A6375C7C57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18BD2D07-F35E-BBBE-F4B6-B0EA3CDFD72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6FDCC968-2341-4770-1C31-7D7C2BB8D820}"/>
              </a:ext>
            </a:extLst>
          </p:cNvPr>
          <p:cNvSpPr>
            <a:spLocks noGrp="1"/>
          </p:cNvSpPr>
          <p:nvPr>
            <p:ph idx="1"/>
          </p:nvPr>
        </p:nvSpPr>
        <p:spPr>
          <a:xfrm>
            <a:off x="838200" y="1825625"/>
            <a:ext cx="3895846" cy="1561485"/>
          </a:xfrm>
        </p:spPr>
        <p:txBody>
          <a:bodyPr>
            <a:normAutofit fontScale="85000" lnSpcReduction="20000"/>
          </a:bodyPr>
          <a:lstStyle/>
          <a:p>
            <a:r>
              <a:rPr lang="nl-NL" sz="2400" noProof="0" dirty="0"/>
              <a:t>Detecteert en voert uit: inserts, updates, deletes (a.d.h.v. configuratie)</a:t>
            </a:r>
          </a:p>
          <a:p>
            <a:r>
              <a:rPr lang="nl-NL" sz="2400" dirty="0"/>
              <a:t>Controleert op uniciteit</a:t>
            </a:r>
          </a:p>
          <a:p>
            <a:r>
              <a:rPr lang="nl-NL" sz="2400" noProof="0" dirty="0"/>
              <a:t>Logt fouten</a:t>
            </a:r>
          </a:p>
        </p:txBody>
      </p:sp>
      <p:graphicFrame>
        <p:nvGraphicFramePr>
          <p:cNvPr id="10" name="Table 9">
            <a:extLst>
              <a:ext uri="{FF2B5EF4-FFF2-40B4-BE49-F238E27FC236}">
                <a16:creationId xmlns:a16="http://schemas.microsoft.com/office/drawing/2014/main" id="{37825578-44C5-8AA9-584B-0EA27B98B373}"/>
              </a:ext>
            </a:extLst>
          </p:cNvPr>
          <p:cNvGraphicFramePr>
            <a:graphicFrameLocks noGrp="1"/>
          </p:cNvGraphicFramePr>
          <p:nvPr>
            <p:extLst>
              <p:ext uri="{D42A27DB-BD31-4B8C-83A1-F6EECF244321}">
                <p14:modId xmlns:p14="http://schemas.microsoft.com/office/powerpoint/2010/main" val="150222019"/>
              </p:ext>
            </p:extLst>
          </p:nvPr>
        </p:nvGraphicFramePr>
        <p:xfrm>
          <a:off x="2753350" y="3735553"/>
          <a:ext cx="8134106" cy="2062480"/>
        </p:xfrm>
        <a:graphic>
          <a:graphicData uri="http://schemas.openxmlformats.org/drawingml/2006/table">
            <a:tbl>
              <a:tblPr firstRow="1" bandRow="1">
                <a:tableStyleId>{5C22544A-7EE6-4342-B048-85BDC9FD1C3A}</a:tableStyleId>
              </a:tblPr>
              <a:tblGrid>
                <a:gridCol w="726786">
                  <a:extLst>
                    <a:ext uri="{9D8B030D-6E8A-4147-A177-3AD203B41FA5}">
                      <a16:colId xmlns:a16="http://schemas.microsoft.com/office/drawing/2014/main" val="3879067302"/>
                    </a:ext>
                  </a:extLst>
                </a:gridCol>
                <a:gridCol w="1550090">
                  <a:extLst>
                    <a:ext uri="{9D8B030D-6E8A-4147-A177-3AD203B41FA5}">
                      <a16:colId xmlns:a16="http://schemas.microsoft.com/office/drawing/2014/main" val="3922719967"/>
                    </a:ext>
                  </a:extLst>
                </a:gridCol>
                <a:gridCol w="2266861">
                  <a:extLst>
                    <a:ext uri="{9D8B030D-6E8A-4147-A177-3AD203B41FA5}">
                      <a16:colId xmlns:a16="http://schemas.microsoft.com/office/drawing/2014/main" val="2296915550"/>
                    </a:ext>
                  </a:extLst>
                </a:gridCol>
                <a:gridCol w="3590369">
                  <a:extLst>
                    <a:ext uri="{9D8B030D-6E8A-4147-A177-3AD203B41FA5}">
                      <a16:colId xmlns:a16="http://schemas.microsoft.com/office/drawing/2014/main" val="363239632"/>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tc>
                  <a:txBody>
                    <a:bodyPr/>
                    <a:lstStyle/>
                    <a:p>
                      <a:r>
                        <a:rPr lang="nl-NL" sz="1600" dirty="0"/>
                        <a:t>ROW_HASH</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f94c1d22..</a:t>
                      </a:r>
                      <a:endParaRPr lang="nl-NL" sz="1600" dirty="0"/>
                    </a:p>
                    <a:p>
                      <a:endParaRPr lang="nl-NL" sz="1600" dirty="0"/>
                    </a:p>
                  </a:txBody>
                  <a:tcPr/>
                </a:tc>
                <a:extLst>
                  <a:ext uri="{0D108BD9-81ED-4DB2-BD59-A6C34878D82A}">
                    <a16:rowId xmlns:a16="http://schemas.microsoft.com/office/drawing/2014/main" val="3025981488"/>
                  </a:ext>
                </a:extLst>
              </a:tr>
              <a:tr h="370840">
                <a:tc>
                  <a:txBody>
                    <a:bodyPr/>
                    <a:lstStyle/>
                    <a:p>
                      <a:r>
                        <a:rPr lang="nl-NL" sz="1600" dirty="0"/>
                        <a:t>2</a:t>
                      </a:r>
                    </a:p>
                  </a:txBody>
                  <a:tcPr/>
                </a:tc>
                <a:tc>
                  <a:txBody>
                    <a:bodyPr/>
                    <a:lstStyle/>
                    <a:p>
                      <a:r>
                        <a:rPr lang="nl-NL" sz="1600" dirty="0"/>
                        <a:t>Jane Doe</a:t>
                      </a:r>
                    </a:p>
                  </a:txBody>
                  <a:tcPr/>
                </a:tc>
                <a:tc>
                  <a:txBody>
                    <a:bodyPr/>
                    <a:lstStyle/>
                    <a:p>
                      <a:r>
                        <a:rPr lang="nl-NL" sz="1600" dirty="0"/>
                        <a:t>Arnhem</a:t>
                      </a:r>
                    </a:p>
                  </a:txBody>
                  <a:tcPr/>
                </a:tc>
                <a:tc>
                  <a:txBody>
                    <a:bodyPr/>
                    <a:lstStyle/>
                    <a:p>
                      <a:r>
                        <a:rPr lang="nl-NL" sz="1600" dirty="0"/>
                        <a:t>14feb22d..</a:t>
                      </a:r>
                    </a:p>
                  </a:txBody>
                  <a:tcPr/>
                </a:tc>
                <a:extLst>
                  <a:ext uri="{0D108BD9-81ED-4DB2-BD59-A6C34878D82A}">
                    <a16:rowId xmlns:a16="http://schemas.microsoft.com/office/drawing/2014/main" val="560218217"/>
                  </a:ext>
                </a:extLst>
              </a:tr>
              <a:tr h="370840">
                <a:tc>
                  <a:txBody>
                    <a:bodyPr/>
                    <a:lstStyle/>
                    <a:p>
                      <a:r>
                        <a:rPr lang="nl-NL" sz="1600" dirty="0"/>
                        <a:t>2</a:t>
                      </a:r>
                    </a:p>
                  </a:txBody>
                  <a:tcPr/>
                </a:tc>
                <a:tc>
                  <a:txBody>
                    <a:bodyPr/>
                    <a:lstStyle/>
                    <a:p>
                      <a:r>
                        <a:rPr lang="nl-NL" sz="1600" dirty="0"/>
                        <a:t>Jane Doe</a:t>
                      </a:r>
                    </a:p>
                  </a:txBody>
                  <a:tcPr/>
                </a:tc>
                <a:tc>
                  <a:txBody>
                    <a:bodyPr/>
                    <a:lstStyle/>
                    <a:p>
                      <a:r>
                        <a:rPr lang="nl-NL" sz="1600" dirty="0"/>
                        <a:t>Maastricht</a:t>
                      </a:r>
                    </a:p>
                  </a:txBody>
                  <a:tcPr/>
                </a:tc>
                <a:tc>
                  <a:txBody>
                    <a:bodyPr/>
                    <a:lstStyle/>
                    <a:p>
                      <a:r>
                        <a:rPr lang="nl-NL" sz="1600" dirty="0"/>
                        <a:t>52c0a377..</a:t>
                      </a:r>
                    </a:p>
                  </a:txBody>
                  <a:tcPr/>
                </a:tc>
                <a:extLst>
                  <a:ext uri="{0D108BD9-81ED-4DB2-BD59-A6C34878D82A}">
                    <a16:rowId xmlns:a16="http://schemas.microsoft.com/office/drawing/2014/main" val="1058262060"/>
                  </a:ext>
                </a:extLst>
              </a:tr>
              <a:tr h="370840">
                <a:tc>
                  <a:txBody>
                    <a:bodyPr/>
                    <a:lstStyle/>
                    <a:p>
                      <a:endParaRPr lang="nl-NL" sz="1600" dirty="0"/>
                    </a:p>
                  </a:txBody>
                  <a:tcPr/>
                </a:tc>
                <a:tc>
                  <a:txBody>
                    <a:bodyPr/>
                    <a:lstStyle/>
                    <a:p>
                      <a:r>
                        <a:rPr lang="nl-NL" sz="1600" dirty="0"/>
                        <a:t>Emma Ptykee</a:t>
                      </a:r>
                    </a:p>
                  </a:txBody>
                  <a:tcPr/>
                </a:tc>
                <a:tc>
                  <a:txBody>
                    <a:bodyPr/>
                    <a:lstStyle/>
                    <a:p>
                      <a:r>
                        <a:rPr lang="nl-NL" sz="1600" dirty="0"/>
                        <a:t>Rotterdam</a:t>
                      </a:r>
                    </a:p>
                  </a:txBody>
                  <a:tcPr/>
                </a:tc>
                <a:tc>
                  <a:txBody>
                    <a:bodyPr/>
                    <a:lstStyle/>
                    <a:p>
                      <a:r>
                        <a:rPr lang="nl-NL" sz="1600" dirty="0"/>
                        <a:t>f9d4eeba..</a:t>
                      </a:r>
                    </a:p>
                  </a:txBody>
                  <a:tcPr/>
                </a:tc>
                <a:extLst>
                  <a:ext uri="{0D108BD9-81ED-4DB2-BD59-A6C34878D82A}">
                    <a16:rowId xmlns:a16="http://schemas.microsoft.com/office/drawing/2014/main" val="1700026795"/>
                  </a:ext>
                </a:extLst>
              </a:tr>
            </a:tbl>
          </a:graphicData>
        </a:graphic>
      </p:graphicFrame>
      <p:sp>
        <p:nvSpPr>
          <p:cNvPr id="13" name="TextBox 12">
            <a:extLst>
              <a:ext uri="{FF2B5EF4-FFF2-40B4-BE49-F238E27FC236}">
                <a16:creationId xmlns:a16="http://schemas.microsoft.com/office/drawing/2014/main" id="{9D81F9EA-4D43-0A37-EF92-5A32F1B2F656}"/>
              </a:ext>
            </a:extLst>
          </p:cNvPr>
          <p:cNvSpPr txBox="1"/>
          <p:nvPr/>
        </p:nvSpPr>
        <p:spPr>
          <a:xfrm>
            <a:off x="1125691" y="3735553"/>
            <a:ext cx="756938" cy="369332"/>
          </a:xfrm>
          <a:prstGeom prst="rect">
            <a:avLst/>
          </a:prstGeom>
          <a:noFill/>
        </p:spPr>
        <p:txBody>
          <a:bodyPr wrap="none" rtlCol="0">
            <a:spAutoFit/>
          </a:bodyPr>
          <a:lstStyle/>
          <a:p>
            <a:r>
              <a:rPr lang="nl-NL" dirty="0"/>
              <a:t>Insert</a:t>
            </a:r>
          </a:p>
        </p:txBody>
      </p:sp>
      <p:sp>
        <p:nvSpPr>
          <p:cNvPr id="15" name="TextBox 14">
            <a:extLst>
              <a:ext uri="{FF2B5EF4-FFF2-40B4-BE49-F238E27FC236}">
                <a16:creationId xmlns:a16="http://schemas.microsoft.com/office/drawing/2014/main" id="{1318878C-51ED-4C84-0960-8E8F0B177574}"/>
              </a:ext>
            </a:extLst>
          </p:cNvPr>
          <p:cNvSpPr txBox="1"/>
          <p:nvPr/>
        </p:nvSpPr>
        <p:spPr>
          <a:xfrm>
            <a:off x="454896" y="4686267"/>
            <a:ext cx="1786066" cy="369332"/>
          </a:xfrm>
          <a:prstGeom prst="rect">
            <a:avLst/>
          </a:prstGeom>
          <a:noFill/>
        </p:spPr>
        <p:txBody>
          <a:bodyPr wrap="none" rtlCol="0">
            <a:spAutoFit/>
          </a:bodyPr>
          <a:lstStyle/>
          <a:p>
            <a:r>
              <a:rPr lang="nl-NL" dirty="0"/>
              <a:t>Dubbele update</a:t>
            </a:r>
          </a:p>
        </p:txBody>
      </p:sp>
      <p:sp>
        <p:nvSpPr>
          <p:cNvPr id="16" name="TextBox 15">
            <a:extLst>
              <a:ext uri="{FF2B5EF4-FFF2-40B4-BE49-F238E27FC236}">
                <a16:creationId xmlns:a16="http://schemas.microsoft.com/office/drawing/2014/main" id="{988B041F-4FD2-647C-1F60-8BC691CF496F}"/>
              </a:ext>
            </a:extLst>
          </p:cNvPr>
          <p:cNvSpPr txBox="1"/>
          <p:nvPr/>
        </p:nvSpPr>
        <p:spPr>
          <a:xfrm>
            <a:off x="602824" y="5452315"/>
            <a:ext cx="1378262" cy="369332"/>
          </a:xfrm>
          <a:prstGeom prst="rect">
            <a:avLst/>
          </a:prstGeom>
          <a:noFill/>
        </p:spPr>
        <p:txBody>
          <a:bodyPr wrap="none" rtlCol="0">
            <a:spAutoFit/>
          </a:bodyPr>
          <a:lstStyle/>
          <a:p>
            <a:r>
              <a:rPr lang="nl-NL" dirty="0"/>
              <a:t>Lege sleutel</a:t>
            </a:r>
          </a:p>
        </p:txBody>
      </p:sp>
      <p:cxnSp>
        <p:nvCxnSpPr>
          <p:cNvPr id="22" name="Straight Connector 21">
            <a:extLst>
              <a:ext uri="{FF2B5EF4-FFF2-40B4-BE49-F238E27FC236}">
                <a16:creationId xmlns:a16="http://schemas.microsoft.com/office/drawing/2014/main" id="{2E6E73E2-79DC-5A7E-8B37-FABF25AFF9E6}"/>
              </a:ext>
            </a:extLst>
          </p:cNvPr>
          <p:cNvCxnSpPr>
            <a:stCxn id="13" idx="3"/>
          </p:cNvCxnSpPr>
          <p:nvPr/>
        </p:nvCxnSpPr>
        <p:spPr>
          <a:xfrm>
            <a:off x="1882629" y="3920219"/>
            <a:ext cx="704454" cy="417605"/>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05B1DDBE-2AE6-6CA4-7D4B-CB9CEF0BE6AF}"/>
              </a:ext>
            </a:extLst>
          </p:cNvPr>
          <p:cNvCxnSpPr>
            <a:cxnSpLocks/>
            <a:stCxn id="15" idx="3"/>
          </p:cNvCxnSpPr>
          <p:nvPr/>
        </p:nvCxnSpPr>
        <p:spPr>
          <a:xfrm>
            <a:off x="2240962" y="4870933"/>
            <a:ext cx="420958" cy="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D3803990-AB46-E201-5E93-75754D651246}"/>
              </a:ext>
            </a:extLst>
          </p:cNvPr>
          <p:cNvCxnSpPr>
            <a:cxnSpLocks/>
            <a:stCxn id="15" idx="3"/>
          </p:cNvCxnSpPr>
          <p:nvPr/>
        </p:nvCxnSpPr>
        <p:spPr>
          <a:xfrm>
            <a:off x="2240962" y="4870933"/>
            <a:ext cx="420958" cy="369332"/>
          </a:xfrm>
          <a:prstGeom prst="line">
            <a:avLst/>
          </a:prstGeom>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0955D0E7-9F9A-86E1-5025-23FB6A0B55B8}"/>
              </a:ext>
            </a:extLst>
          </p:cNvPr>
          <p:cNvCxnSpPr>
            <a:stCxn id="16" idx="3"/>
          </p:cNvCxnSpPr>
          <p:nvPr/>
        </p:nvCxnSpPr>
        <p:spPr>
          <a:xfrm>
            <a:off x="1981086" y="5636981"/>
            <a:ext cx="693789" cy="0"/>
          </a:xfrm>
          <a:prstGeom prst="line">
            <a:avLst/>
          </a:prstGeom>
        </p:spPr>
        <p:style>
          <a:lnRef idx="2">
            <a:schemeClr val="dk1"/>
          </a:lnRef>
          <a:fillRef idx="0">
            <a:schemeClr val="dk1"/>
          </a:fillRef>
          <a:effectRef idx="1">
            <a:schemeClr val="dk1"/>
          </a:effectRef>
          <a:fontRef idx="minor">
            <a:schemeClr val="tx1"/>
          </a:fontRef>
        </p:style>
      </p:cxnSp>
      <p:graphicFrame>
        <p:nvGraphicFramePr>
          <p:cNvPr id="4" name="Table 3">
            <a:extLst>
              <a:ext uri="{FF2B5EF4-FFF2-40B4-BE49-F238E27FC236}">
                <a16:creationId xmlns:a16="http://schemas.microsoft.com/office/drawing/2014/main" id="{DFD6815D-DEF4-4FF6-3878-7EDAA04B0F6A}"/>
              </a:ext>
            </a:extLst>
          </p:cNvPr>
          <p:cNvGraphicFramePr>
            <a:graphicFrameLocks noGrp="1"/>
          </p:cNvGraphicFramePr>
          <p:nvPr>
            <p:extLst>
              <p:ext uri="{D42A27DB-BD31-4B8C-83A1-F6EECF244321}">
                <p14:modId xmlns:p14="http://schemas.microsoft.com/office/powerpoint/2010/main" val="907924192"/>
              </p:ext>
            </p:extLst>
          </p:nvPr>
        </p:nvGraphicFramePr>
        <p:xfrm>
          <a:off x="4734046" y="1160906"/>
          <a:ext cx="7278244" cy="1158240"/>
        </p:xfrm>
        <a:graphic>
          <a:graphicData uri="http://schemas.openxmlformats.org/drawingml/2006/table">
            <a:tbl>
              <a:tblPr firstRow="1" bandRow="1">
                <a:tableStyleId>{5C22544A-7EE6-4342-B048-85BDC9FD1C3A}</a:tableStyleId>
              </a:tblPr>
              <a:tblGrid>
                <a:gridCol w="502551">
                  <a:extLst>
                    <a:ext uri="{9D8B030D-6E8A-4147-A177-3AD203B41FA5}">
                      <a16:colId xmlns:a16="http://schemas.microsoft.com/office/drawing/2014/main" val="3879067302"/>
                    </a:ext>
                  </a:extLst>
                </a:gridCol>
                <a:gridCol w="1101408">
                  <a:extLst>
                    <a:ext uri="{9D8B030D-6E8A-4147-A177-3AD203B41FA5}">
                      <a16:colId xmlns:a16="http://schemas.microsoft.com/office/drawing/2014/main" val="3922719967"/>
                    </a:ext>
                  </a:extLst>
                </a:gridCol>
                <a:gridCol w="1263777">
                  <a:extLst>
                    <a:ext uri="{9D8B030D-6E8A-4147-A177-3AD203B41FA5}">
                      <a16:colId xmlns:a16="http://schemas.microsoft.com/office/drawing/2014/main" val="2296915550"/>
                    </a:ext>
                  </a:extLst>
                </a:gridCol>
                <a:gridCol w="1232599">
                  <a:extLst>
                    <a:ext uri="{9D8B030D-6E8A-4147-A177-3AD203B41FA5}">
                      <a16:colId xmlns:a16="http://schemas.microsoft.com/office/drawing/2014/main" val="363239632"/>
                    </a:ext>
                  </a:extLst>
                </a:gridCol>
                <a:gridCol w="1059303">
                  <a:extLst>
                    <a:ext uri="{9D8B030D-6E8A-4147-A177-3AD203B41FA5}">
                      <a16:colId xmlns:a16="http://schemas.microsoft.com/office/drawing/2014/main" val="3283191862"/>
                    </a:ext>
                  </a:extLst>
                </a:gridCol>
                <a:gridCol w="1059303">
                  <a:extLst>
                    <a:ext uri="{9D8B030D-6E8A-4147-A177-3AD203B41FA5}">
                      <a16:colId xmlns:a16="http://schemas.microsoft.com/office/drawing/2014/main" val="2344980038"/>
                    </a:ext>
                  </a:extLst>
                </a:gridCol>
                <a:gridCol w="1059303">
                  <a:extLst>
                    <a:ext uri="{9D8B030D-6E8A-4147-A177-3AD203B41FA5}">
                      <a16:colId xmlns:a16="http://schemas.microsoft.com/office/drawing/2014/main" val="1455712602"/>
                    </a:ext>
                  </a:extLst>
                </a:gridCol>
              </a:tblGrid>
              <a:tr h="370840">
                <a:tc>
                  <a:txBody>
                    <a:bodyPr/>
                    <a:lstStyle/>
                    <a:p>
                      <a:r>
                        <a:rPr lang="nl-NL" sz="1600" dirty="0"/>
                        <a:t>ID</a:t>
                      </a:r>
                    </a:p>
                  </a:txBody>
                  <a:tcPr/>
                </a:tc>
                <a:tc>
                  <a:txBody>
                    <a:bodyPr/>
                    <a:lstStyle/>
                    <a:p>
                      <a:r>
                        <a:rPr lang="en-US" sz="1600" dirty="0" err="1"/>
                        <a:t>Entiteit</a:t>
                      </a:r>
                      <a:endParaRPr lang="nl-NL" sz="1600" dirty="0"/>
                    </a:p>
                  </a:txBody>
                  <a:tcPr/>
                </a:tc>
                <a:tc>
                  <a:txBody>
                    <a:bodyPr/>
                    <a:lstStyle/>
                    <a:p>
                      <a:r>
                        <a:rPr lang="en-US" sz="1600" dirty="0" err="1"/>
                        <a:t>Brontabel</a:t>
                      </a:r>
                      <a:endParaRPr lang="nl-NL" sz="1600" dirty="0"/>
                    </a:p>
                  </a:txBody>
                  <a:tcPr/>
                </a:tc>
                <a:tc>
                  <a:txBody>
                    <a:bodyPr/>
                    <a:lstStyle/>
                    <a:p>
                      <a:r>
                        <a:rPr lang="nl-NL" sz="1600" dirty="0"/>
                        <a:t>Doeltabel</a:t>
                      </a:r>
                    </a:p>
                  </a:txBody>
                  <a:tcPr/>
                </a:tc>
                <a:tc>
                  <a:txBody>
                    <a:bodyPr/>
                    <a:lstStyle/>
                    <a:p>
                      <a:r>
                        <a:rPr lang="nl-NL" sz="1600" dirty="0"/>
                        <a:t>Verwijder strategy</a:t>
                      </a:r>
                    </a:p>
                  </a:txBody>
                  <a:tcPr/>
                </a:tc>
                <a:tc>
                  <a:txBody>
                    <a:bodyPr/>
                    <a:lstStyle/>
                    <a:p>
                      <a:r>
                        <a:rPr lang="nl-NL" sz="1600" dirty="0"/>
                        <a:t>Update strategy</a:t>
                      </a:r>
                    </a:p>
                  </a:txBody>
                  <a:tcPr/>
                </a:tc>
                <a:tc>
                  <a:txBody>
                    <a:bodyPr/>
                    <a:lstStyle/>
                    <a:p>
                      <a:r>
                        <a:rPr lang="nl-NL" sz="1600" dirty="0"/>
                        <a:t>Actief</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nl-NL" sz="1600" dirty="0"/>
                        <a:t>Customer</a:t>
                      </a:r>
                    </a:p>
                  </a:txBody>
                  <a:tcPr/>
                </a:tc>
                <a:tc>
                  <a:txBody>
                    <a:bodyPr/>
                    <a:lstStyle/>
                    <a:p>
                      <a:r>
                        <a:rPr lang="en-US" sz="1600" dirty="0" err="1"/>
                        <a:t>S.Customer</a:t>
                      </a:r>
                      <a:endParaRPr lang="nl-NL"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err="1"/>
                        <a:t>T.Customer</a:t>
                      </a:r>
                      <a:endParaRPr lang="nl-NL" sz="1600" dirty="0"/>
                    </a:p>
                    <a:p>
                      <a:endParaRPr lang="nl-NL" sz="1600" dirty="0"/>
                    </a:p>
                  </a:txBody>
                  <a:tcPr/>
                </a:tc>
                <a:tc>
                  <a:txBody>
                    <a:bodyPr/>
                    <a:lstStyle/>
                    <a:p>
                      <a:r>
                        <a:rPr lang="nl-NL" sz="1600" dirty="0"/>
                        <a:t>SOFT</a:t>
                      </a:r>
                    </a:p>
                  </a:txBody>
                  <a:tcPr/>
                </a:tc>
                <a:tc>
                  <a:txBody>
                    <a:bodyPr/>
                    <a:lstStyle/>
                    <a:p>
                      <a:r>
                        <a:rPr lang="nl-NL" sz="1600" dirty="0"/>
                        <a:t>HISTORY</a:t>
                      </a:r>
                    </a:p>
                  </a:txBody>
                  <a:tcPr/>
                </a:tc>
                <a:tc>
                  <a:txBody>
                    <a:bodyPr/>
                    <a:lstStyle/>
                    <a:p>
                      <a:r>
                        <a:rPr lang="nl-NL" sz="1600" dirty="0"/>
                        <a:t>Ja</a:t>
                      </a:r>
                    </a:p>
                  </a:txBody>
                  <a:tcPr/>
                </a:tc>
                <a:extLst>
                  <a:ext uri="{0D108BD9-81ED-4DB2-BD59-A6C34878D82A}">
                    <a16:rowId xmlns:a16="http://schemas.microsoft.com/office/drawing/2014/main" val="3025981488"/>
                  </a:ext>
                </a:extLst>
              </a:tr>
            </a:tbl>
          </a:graphicData>
        </a:graphic>
      </p:graphicFrame>
      <p:sp>
        <p:nvSpPr>
          <p:cNvPr id="9" name="TextBox 8">
            <a:extLst>
              <a:ext uri="{FF2B5EF4-FFF2-40B4-BE49-F238E27FC236}">
                <a16:creationId xmlns:a16="http://schemas.microsoft.com/office/drawing/2014/main" id="{727DC8CB-FBF6-3509-2422-576904718F7F}"/>
              </a:ext>
            </a:extLst>
          </p:cNvPr>
          <p:cNvSpPr txBox="1"/>
          <p:nvPr/>
        </p:nvSpPr>
        <p:spPr>
          <a:xfrm>
            <a:off x="7416111" y="791574"/>
            <a:ext cx="1724446" cy="338554"/>
          </a:xfrm>
          <a:prstGeom prst="rect">
            <a:avLst/>
          </a:prstGeom>
          <a:noFill/>
        </p:spPr>
        <p:txBody>
          <a:bodyPr wrap="none" rtlCol="0">
            <a:spAutoFit/>
          </a:bodyPr>
          <a:lstStyle/>
          <a:p>
            <a:r>
              <a:rPr lang="nl-NL" sz="1600" dirty="0"/>
              <a:t>Configuratietabel</a:t>
            </a:r>
          </a:p>
        </p:txBody>
      </p:sp>
    </p:spTree>
    <p:extLst>
      <p:ext uri="{BB962C8B-B14F-4D97-AF65-F5344CB8AC3E}">
        <p14:creationId xmlns:p14="http://schemas.microsoft.com/office/powerpoint/2010/main" val="42047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6E4D5C-BF3D-24B9-9B7B-F67F2B945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A56D3-4FD0-AFC1-D07C-DF61D4B21C4A}"/>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Logging</a:t>
            </a:r>
          </a:p>
        </p:txBody>
      </p:sp>
      <p:pic>
        <p:nvPicPr>
          <p:cNvPr id="11" name="Graphic 10">
            <a:extLst>
              <a:ext uri="{FF2B5EF4-FFF2-40B4-BE49-F238E27FC236}">
                <a16:creationId xmlns:a16="http://schemas.microsoft.com/office/drawing/2014/main" id="{57385393-6761-FB34-6F2B-34327C5A5F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46C84E10-9AF8-B9C7-E9D9-CE7E3955FB59}"/>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4C92F3E2-FABD-0EB1-7A21-DFFF832863F3}"/>
              </a:ext>
            </a:extLst>
          </p:cNvPr>
          <p:cNvSpPr>
            <a:spLocks noGrp="1"/>
          </p:cNvSpPr>
          <p:nvPr>
            <p:ph idx="1"/>
          </p:nvPr>
        </p:nvSpPr>
        <p:spPr>
          <a:xfrm>
            <a:off x="838200" y="1825625"/>
            <a:ext cx="7369098" cy="4414055"/>
          </a:xfrm>
        </p:spPr>
        <p:txBody>
          <a:bodyPr>
            <a:normAutofit/>
          </a:bodyPr>
          <a:lstStyle/>
          <a:p>
            <a:r>
              <a:rPr lang="nl-NL" sz="2400" noProof="0" dirty="0"/>
              <a:t>Bevat gegevens van runs &amp; errors</a:t>
            </a:r>
          </a:p>
        </p:txBody>
      </p:sp>
      <p:graphicFrame>
        <p:nvGraphicFramePr>
          <p:cNvPr id="10" name="Table 9">
            <a:extLst>
              <a:ext uri="{FF2B5EF4-FFF2-40B4-BE49-F238E27FC236}">
                <a16:creationId xmlns:a16="http://schemas.microsoft.com/office/drawing/2014/main" id="{ABD00307-F992-7A00-7798-480ABE0467EE}"/>
              </a:ext>
            </a:extLst>
          </p:cNvPr>
          <p:cNvGraphicFramePr>
            <a:graphicFrameLocks noGrp="1"/>
          </p:cNvGraphicFramePr>
          <p:nvPr>
            <p:extLst>
              <p:ext uri="{D42A27DB-BD31-4B8C-83A1-F6EECF244321}">
                <p14:modId xmlns:p14="http://schemas.microsoft.com/office/powerpoint/2010/main" val="3516369874"/>
              </p:ext>
            </p:extLst>
          </p:nvPr>
        </p:nvGraphicFramePr>
        <p:xfrm>
          <a:off x="2641837" y="4064957"/>
          <a:ext cx="7429241" cy="2260600"/>
        </p:xfrm>
        <a:graphic>
          <a:graphicData uri="http://schemas.openxmlformats.org/drawingml/2006/table">
            <a:tbl>
              <a:tblPr firstRow="1" bandRow="1">
                <a:tableStyleId>{5C22544A-7EE6-4342-B048-85BDC9FD1C3A}</a:tableStyleId>
              </a:tblPr>
              <a:tblGrid>
                <a:gridCol w="428943">
                  <a:extLst>
                    <a:ext uri="{9D8B030D-6E8A-4147-A177-3AD203B41FA5}">
                      <a16:colId xmlns:a16="http://schemas.microsoft.com/office/drawing/2014/main" val="3879067302"/>
                    </a:ext>
                  </a:extLst>
                </a:gridCol>
                <a:gridCol w="775681">
                  <a:extLst>
                    <a:ext uri="{9D8B030D-6E8A-4147-A177-3AD203B41FA5}">
                      <a16:colId xmlns:a16="http://schemas.microsoft.com/office/drawing/2014/main" val="3922719967"/>
                    </a:ext>
                  </a:extLst>
                </a:gridCol>
                <a:gridCol w="896239">
                  <a:extLst>
                    <a:ext uri="{9D8B030D-6E8A-4147-A177-3AD203B41FA5}">
                      <a16:colId xmlns:a16="http://schemas.microsoft.com/office/drawing/2014/main" val="1735210247"/>
                    </a:ext>
                  </a:extLst>
                </a:gridCol>
                <a:gridCol w="1776126">
                  <a:extLst>
                    <a:ext uri="{9D8B030D-6E8A-4147-A177-3AD203B41FA5}">
                      <a16:colId xmlns:a16="http://schemas.microsoft.com/office/drawing/2014/main" val="2296915550"/>
                    </a:ext>
                  </a:extLst>
                </a:gridCol>
                <a:gridCol w="1776126">
                  <a:extLst>
                    <a:ext uri="{9D8B030D-6E8A-4147-A177-3AD203B41FA5}">
                      <a16:colId xmlns:a16="http://schemas.microsoft.com/office/drawing/2014/main" val="363239632"/>
                    </a:ext>
                  </a:extLst>
                </a:gridCol>
                <a:gridCol w="1776126">
                  <a:extLst>
                    <a:ext uri="{9D8B030D-6E8A-4147-A177-3AD203B41FA5}">
                      <a16:colId xmlns:a16="http://schemas.microsoft.com/office/drawing/2014/main" val="3429287365"/>
                    </a:ext>
                  </a:extLst>
                </a:gridCol>
              </a:tblGrid>
              <a:tr h="370840">
                <a:tc>
                  <a:txBody>
                    <a:bodyPr/>
                    <a:lstStyle/>
                    <a:p>
                      <a:r>
                        <a:rPr lang="nl-NL" sz="1600" dirty="0"/>
                        <a:t>ID</a:t>
                      </a:r>
                    </a:p>
                  </a:txBody>
                  <a:tcPr/>
                </a:tc>
                <a:tc>
                  <a:txBody>
                    <a:bodyPr/>
                    <a:lstStyle/>
                    <a:p>
                      <a:r>
                        <a:rPr lang="en-US" sz="1600" dirty="0"/>
                        <a:t>Run</a:t>
                      </a:r>
                      <a:endParaRPr lang="nl-NL" sz="1600" dirty="0"/>
                    </a:p>
                  </a:txBody>
                  <a:tcPr/>
                </a:tc>
                <a:tc>
                  <a:txBody>
                    <a:bodyPr/>
                    <a:lstStyle/>
                    <a:p>
                      <a:r>
                        <a:rPr lang="en-US" sz="1600" dirty="0" err="1"/>
                        <a:t>Entiteit</a:t>
                      </a:r>
                      <a:endParaRPr lang="nl-NL" sz="1600" dirty="0"/>
                    </a:p>
                  </a:txBody>
                  <a:tcPr/>
                </a:tc>
                <a:tc>
                  <a:txBody>
                    <a:bodyPr/>
                    <a:lstStyle/>
                    <a:p>
                      <a:r>
                        <a:rPr lang="en-US" sz="1600" dirty="0"/>
                        <a:t>Error code</a:t>
                      </a:r>
                      <a:endParaRPr lang="nl-NL" sz="1600" dirty="0"/>
                    </a:p>
                  </a:txBody>
                  <a:tcPr/>
                </a:tc>
                <a:tc>
                  <a:txBody>
                    <a:bodyPr/>
                    <a:lstStyle/>
                    <a:p>
                      <a:r>
                        <a:rPr lang="nl-NL" sz="1600" dirty="0"/>
                        <a:t>Rij</a:t>
                      </a:r>
                    </a:p>
                  </a:txBody>
                  <a:tcPr/>
                </a:tc>
                <a:tc>
                  <a:txBody>
                    <a:bodyPr/>
                    <a:lstStyle/>
                    <a:p>
                      <a:r>
                        <a:rPr lang="nl-NL" sz="1600" dirty="0"/>
                        <a:t>Vond plaats op</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1</a:t>
                      </a:r>
                      <a:endParaRPr lang="nl-NL" sz="1600" dirty="0"/>
                    </a:p>
                  </a:txBody>
                  <a:tcPr/>
                </a:tc>
                <a:tc>
                  <a:txBody>
                    <a:bodyPr/>
                    <a:lstStyle/>
                    <a:p>
                      <a:r>
                        <a:rPr lang="en-US" sz="1600" dirty="0" err="1"/>
                        <a:t>Klant</a:t>
                      </a:r>
                      <a:endParaRPr lang="nl-NL" sz="1600" dirty="0"/>
                    </a:p>
                  </a:txBody>
                  <a:tcPr/>
                </a:tc>
                <a:tc>
                  <a:txBody>
                    <a:bodyPr/>
                    <a:lstStyle/>
                    <a:p>
                      <a:r>
                        <a:rPr lang="en-US" sz="1600" dirty="0" err="1"/>
                        <a:t>Dubbele</a:t>
                      </a:r>
                      <a:r>
                        <a:rPr lang="en-US" sz="1600" dirty="0"/>
                        <a:t> update</a:t>
                      </a:r>
                      <a:endParaRPr lang="nl-NL" sz="1600" dirty="0"/>
                    </a:p>
                  </a:txBody>
                  <a:tcPr/>
                </a:tc>
                <a:tc>
                  <a:txBody>
                    <a:bodyPr/>
                    <a:lstStyle/>
                    <a:p>
                      <a:r>
                        <a:rPr lang="nl-NL" sz="1600" dirty="0"/>
                        <a:t>2, Jane Doe, Arnhem</a:t>
                      </a:r>
                    </a:p>
                    <a:p>
                      <a:r>
                        <a:rPr lang="nl-NL" sz="1600" dirty="0"/>
                        <a:t>2, Jane Doe, Maastricht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t>11-3-2026 12:19:44</a:t>
                      </a:r>
                    </a:p>
                    <a:p>
                      <a:endParaRPr lang="nl-NL" sz="1600" dirty="0"/>
                    </a:p>
                  </a:txBody>
                  <a:tcPr/>
                </a:tc>
                <a:extLst>
                  <a:ext uri="{0D108BD9-81ED-4DB2-BD59-A6C34878D82A}">
                    <a16:rowId xmlns:a16="http://schemas.microsoft.com/office/drawing/2014/main" val="3025981488"/>
                  </a:ext>
                </a:extLst>
              </a:tr>
              <a:tr h="370840">
                <a:tc>
                  <a:txBody>
                    <a:bodyPr/>
                    <a:lstStyle/>
                    <a:p>
                      <a:r>
                        <a:rPr lang="nl-NL" sz="1600" dirty="0"/>
                        <a:t>2</a:t>
                      </a:r>
                    </a:p>
                  </a:txBody>
                  <a:tcPr/>
                </a:tc>
                <a:tc>
                  <a:txBody>
                    <a:bodyPr/>
                    <a:lstStyle/>
                    <a:p>
                      <a:r>
                        <a:rPr lang="nl-NL" sz="1600" dirty="0"/>
                        <a:t>1</a:t>
                      </a:r>
                    </a:p>
                  </a:txBody>
                  <a:tcPr/>
                </a:tc>
                <a:tc>
                  <a:txBody>
                    <a:bodyPr/>
                    <a:lstStyle/>
                    <a:p>
                      <a:r>
                        <a:rPr lang="nl-NL" sz="1600" dirty="0"/>
                        <a:t>Klant</a:t>
                      </a:r>
                    </a:p>
                  </a:txBody>
                  <a:tcPr/>
                </a:tc>
                <a:tc>
                  <a:txBody>
                    <a:bodyPr/>
                    <a:lstStyle/>
                    <a:p>
                      <a:r>
                        <a:rPr lang="nl-NL" sz="1600" dirty="0"/>
                        <a:t>Lege primaire sleutel</a:t>
                      </a:r>
                    </a:p>
                  </a:txBody>
                  <a:tcPr/>
                </a:tc>
                <a:tc>
                  <a:txBody>
                    <a:bodyPr/>
                    <a:lstStyle/>
                    <a:p>
                      <a:r>
                        <a:rPr lang="nl-NL" sz="1600" dirty="0"/>
                        <a:t>, Emma Ptykee, Rotterdam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t>11-3-2026 12:19:58</a:t>
                      </a:r>
                    </a:p>
                    <a:p>
                      <a:endParaRPr lang="nl-NL" sz="1600" dirty="0"/>
                    </a:p>
                  </a:txBody>
                  <a:tcPr/>
                </a:tc>
                <a:extLst>
                  <a:ext uri="{0D108BD9-81ED-4DB2-BD59-A6C34878D82A}">
                    <a16:rowId xmlns:a16="http://schemas.microsoft.com/office/drawing/2014/main" val="560218217"/>
                  </a:ext>
                </a:extLst>
              </a:tr>
            </a:tbl>
          </a:graphicData>
        </a:graphic>
      </p:graphicFrame>
      <p:graphicFrame>
        <p:nvGraphicFramePr>
          <p:cNvPr id="4" name="Table 3">
            <a:extLst>
              <a:ext uri="{FF2B5EF4-FFF2-40B4-BE49-F238E27FC236}">
                <a16:creationId xmlns:a16="http://schemas.microsoft.com/office/drawing/2014/main" id="{71E1462E-86D8-47C8-83AA-F6431AC4B869}"/>
              </a:ext>
            </a:extLst>
          </p:cNvPr>
          <p:cNvGraphicFramePr>
            <a:graphicFrameLocks noGrp="1"/>
          </p:cNvGraphicFramePr>
          <p:nvPr>
            <p:extLst>
              <p:ext uri="{D42A27DB-BD31-4B8C-83A1-F6EECF244321}">
                <p14:modId xmlns:p14="http://schemas.microsoft.com/office/powerpoint/2010/main" val="2115095458"/>
              </p:ext>
            </p:extLst>
          </p:nvPr>
        </p:nvGraphicFramePr>
        <p:xfrm>
          <a:off x="1139183" y="2366171"/>
          <a:ext cx="9913634" cy="1158240"/>
        </p:xfrm>
        <a:graphic>
          <a:graphicData uri="http://schemas.openxmlformats.org/drawingml/2006/table">
            <a:tbl>
              <a:tblPr firstRow="1" bandRow="1">
                <a:tableStyleId>{5C22544A-7EE6-4342-B048-85BDC9FD1C3A}</a:tableStyleId>
              </a:tblPr>
              <a:tblGrid>
                <a:gridCol w="428943">
                  <a:extLst>
                    <a:ext uri="{9D8B030D-6E8A-4147-A177-3AD203B41FA5}">
                      <a16:colId xmlns:a16="http://schemas.microsoft.com/office/drawing/2014/main" val="3879067302"/>
                    </a:ext>
                  </a:extLst>
                </a:gridCol>
                <a:gridCol w="1925955">
                  <a:extLst>
                    <a:ext uri="{9D8B030D-6E8A-4147-A177-3AD203B41FA5}">
                      <a16:colId xmlns:a16="http://schemas.microsoft.com/office/drawing/2014/main" val="3922719967"/>
                    </a:ext>
                  </a:extLst>
                </a:gridCol>
                <a:gridCol w="1925955">
                  <a:extLst>
                    <a:ext uri="{9D8B030D-6E8A-4147-A177-3AD203B41FA5}">
                      <a16:colId xmlns:a16="http://schemas.microsoft.com/office/drawing/2014/main" val="1735210247"/>
                    </a:ext>
                  </a:extLst>
                </a:gridCol>
                <a:gridCol w="871538">
                  <a:extLst>
                    <a:ext uri="{9D8B030D-6E8A-4147-A177-3AD203B41FA5}">
                      <a16:colId xmlns:a16="http://schemas.microsoft.com/office/drawing/2014/main" val="2296915550"/>
                    </a:ext>
                  </a:extLst>
                </a:gridCol>
                <a:gridCol w="1004507">
                  <a:extLst>
                    <a:ext uri="{9D8B030D-6E8A-4147-A177-3AD203B41FA5}">
                      <a16:colId xmlns:a16="http://schemas.microsoft.com/office/drawing/2014/main" val="363239632"/>
                    </a:ext>
                  </a:extLst>
                </a:gridCol>
                <a:gridCol w="1064377">
                  <a:extLst>
                    <a:ext uri="{9D8B030D-6E8A-4147-A177-3AD203B41FA5}">
                      <a16:colId xmlns:a16="http://schemas.microsoft.com/office/drawing/2014/main" val="2523042876"/>
                    </a:ext>
                  </a:extLst>
                </a:gridCol>
                <a:gridCol w="1162326">
                  <a:extLst>
                    <a:ext uri="{9D8B030D-6E8A-4147-A177-3AD203B41FA5}">
                      <a16:colId xmlns:a16="http://schemas.microsoft.com/office/drawing/2014/main" val="788757440"/>
                    </a:ext>
                  </a:extLst>
                </a:gridCol>
                <a:gridCol w="1530033">
                  <a:extLst>
                    <a:ext uri="{9D8B030D-6E8A-4147-A177-3AD203B41FA5}">
                      <a16:colId xmlns:a16="http://schemas.microsoft.com/office/drawing/2014/main" val="3874757126"/>
                    </a:ext>
                  </a:extLst>
                </a:gridCol>
              </a:tblGrid>
              <a:tr h="370840">
                <a:tc>
                  <a:txBody>
                    <a:bodyPr/>
                    <a:lstStyle/>
                    <a:p>
                      <a:r>
                        <a:rPr lang="nl-NL" sz="1600" dirty="0"/>
                        <a:t>ID</a:t>
                      </a:r>
                    </a:p>
                  </a:txBody>
                  <a:tcPr/>
                </a:tc>
                <a:tc>
                  <a:txBody>
                    <a:bodyPr/>
                    <a:lstStyle/>
                    <a:p>
                      <a:r>
                        <a:rPr lang="en-US" sz="1600" dirty="0"/>
                        <a:t>Start</a:t>
                      </a:r>
                      <a:endParaRPr lang="nl-NL" sz="1600" dirty="0"/>
                    </a:p>
                  </a:txBody>
                  <a:tcPr/>
                </a:tc>
                <a:tc>
                  <a:txBody>
                    <a:bodyPr/>
                    <a:lstStyle/>
                    <a:p>
                      <a:r>
                        <a:rPr lang="en-US" sz="1600" dirty="0"/>
                        <a:t>Eind</a:t>
                      </a:r>
                      <a:endParaRPr lang="nl-NL" sz="1600" dirty="0"/>
                    </a:p>
                  </a:txBody>
                  <a:tcPr/>
                </a:tc>
                <a:tc>
                  <a:txBody>
                    <a:bodyPr/>
                    <a:lstStyle/>
                    <a:p>
                      <a:r>
                        <a:rPr lang="en-US" sz="1600" dirty="0"/>
                        <a:t>Inserts</a:t>
                      </a:r>
                      <a:endParaRPr lang="nl-NL" sz="1600" dirty="0"/>
                    </a:p>
                  </a:txBody>
                  <a:tcPr/>
                </a:tc>
                <a:tc>
                  <a:txBody>
                    <a:bodyPr/>
                    <a:lstStyle/>
                    <a:p>
                      <a:r>
                        <a:rPr lang="nl-NL" sz="1600" dirty="0"/>
                        <a:t>Updates</a:t>
                      </a:r>
                    </a:p>
                  </a:txBody>
                  <a:tcPr/>
                </a:tc>
                <a:tc>
                  <a:txBody>
                    <a:bodyPr/>
                    <a:lstStyle/>
                    <a:p>
                      <a:r>
                        <a:rPr lang="nl-NL" sz="1600" dirty="0"/>
                        <a:t>Deletes</a:t>
                      </a:r>
                    </a:p>
                  </a:txBody>
                  <a:tcPr/>
                </a:tc>
                <a:tc>
                  <a:txBody>
                    <a:bodyPr/>
                    <a:lstStyle/>
                    <a:p>
                      <a:r>
                        <a:rPr lang="nl-NL" sz="1600" dirty="0"/>
                        <a:t>Duplicate </a:t>
                      </a:r>
                    </a:p>
                    <a:p>
                      <a:r>
                        <a:rPr lang="nl-NL" sz="1600" dirty="0"/>
                        <a:t>updates</a:t>
                      </a:r>
                    </a:p>
                  </a:txBody>
                  <a:tcPr/>
                </a:tc>
                <a:tc>
                  <a:txBody>
                    <a:bodyPr/>
                    <a:lstStyle/>
                    <a:p>
                      <a:r>
                        <a:rPr lang="nl-NL" sz="1600" dirty="0"/>
                        <a:t>Key errors</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t>11-3-2026 12:19:23</a:t>
                      </a:r>
                    </a:p>
                    <a:p>
                      <a:endParaRPr lang="nl-NL"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600" dirty="0"/>
                        <a:t>11-3-2026 12:20:07</a:t>
                      </a:r>
                    </a:p>
                    <a:p>
                      <a:endParaRPr lang="nl-NL" sz="1600" dirty="0"/>
                    </a:p>
                  </a:txBody>
                  <a:tcPr/>
                </a:tc>
                <a:tc>
                  <a:txBody>
                    <a:bodyPr/>
                    <a:lstStyle/>
                    <a:p>
                      <a:r>
                        <a:rPr lang="en-US" sz="1600" dirty="0"/>
                        <a:t>1</a:t>
                      </a:r>
                      <a:endParaRPr lang="nl-NL"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a:t>
                      </a:r>
                      <a:endParaRPr lang="nl-NL" sz="1600" dirty="0"/>
                    </a:p>
                    <a:p>
                      <a:endParaRPr lang="nl-NL" sz="1600" dirty="0"/>
                    </a:p>
                  </a:txBody>
                  <a:tcPr/>
                </a:tc>
                <a:tc>
                  <a:txBody>
                    <a:bodyPr/>
                    <a:lstStyle/>
                    <a:p>
                      <a:r>
                        <a:rPr lang="nl-NL" sz="1600" dirty="0"/>
                        <a:t>0</a:t>
                      </a:r>
                    </a:p>
                  </a:txBody>
                  <a:tcPr/>
                </a:tc>
                <a:tc>
                  <a:txBody>
                    <a:bodyPr/>
                    <a:lstStyle/>
                    <a:p>
                      <a:r>
                        <a:rPr lang="nl-NL" sz="1600" dirty="0"/>
                        <a:t>1</a:t>
                      </a:r>
                    </a:p>
                  </a:txBody>
                  <a:tcPr/>
                </a:tc>
                <a:tc>
                  <a:txBody>
                    <a:bodyPr/>
                    <a:lstStyle/>
                    <a:p>
                      <a:r>
                        <a:rPr lang="nl-NL" sz="1600" dirty="0"/>
                        <a:t>1</a:t>
                      </a:r>
                    </a:p>
                  </a:txBody>
                  <a:tcPr/>
                </a:tc>
                <a:extLst>
                  <a:ext uri="{0D108BD9-81ED-4DB2-BD59-A6C34878D82A}">
                    <a16:rowId xmlns:a16="http://schemas.microsoft.com/office/drawing/2014/main" val="3025981488"/>
                  </a:ext>
                </a:extLst>
              </a:tr>
            </a:tbl>
          </a:graphicData>
        </a:graphic>
      </p:graphicFrame>
    </p:spTree>
    <p:extLst>
      <p:ext uri="{BB962C8B-B14F-4D97-AF65-F5344CB8AC3E}">
        <p14:creationId xmlns:p14="http://schemas.microsoft.com/office/powerpoint/2010/main" val="1433697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0BA533-490E-D0F3-D7CF-779A286F5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02478-3704-C491-7A76-D94AB4179701}"/>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Doeltabel</a:t>
            </a:r>
          </a:p>
        </p:txBody>
      </p:sp>
      <p:pic>
        <p:nvPicPr>
          <p:cNvPr id="11" name="Graphic 10">
            <a:extLst>
              <a:ext uri="{FF2B5EF4-FFF2-40B4-BE49-F238E27FC236}">
                <a16:creationId xmlns:a16="http://schemas.microsoft.com/office/drawing/2014/main" id="{7AC3E89F-C835-5CB5-3C04-AF1102BFB7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26B72B51-1877-1A55-46B8-5EFE89B69BB2}"/>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07D5DA88-190C-065A-56C6-EFCA3EAC6036}"/>
              </a:ext>
            </a:extLst>
          </p:cNvPr>
          <p:cNvSpPr>
            <a:spLocks noGrp="1"/>
          </p:cNvSpPr>
          <p:nvPr>
            <p:ph idx="1"/>
          </p:nvPr>
        </p:nvSpPr>
        <p:spPr>
          <a:xfrm>
            <a:off x="838200" y="1825625"/>
            <a:ext cx="7369098" cy="1260001"/>
          </a:xfrm>
        </p:spPr>
        <p:txBody>
          <a:bodyPr>
            <a:normAutofit/>
          </a:bodyPr>
          <a:lstStyle/>
          <a:p>
            <a:r>
              <a:rPr lang="nl-NL" sz="2400" noProof="0" dirty="0"/>
              <a:t>Bevat de verwerkte brondata</a:t>
            </a:r>
          </a:p>
        </p:txBody>
      </p:sp>
      <p:graphicFrame>
        <p:nvGraphicFramePr>
          <p:cNvPr id="4" name="Table 3">
            <a:extLst>
              <a:ext uri="{FF2B5EF4-FFF2-40B4-BE49-F238E27FC236}">
                <a16:creationId xmlns:a16="http://schemas.microsoft.com/office/drawing/2014/main" id="{3D6F8152-8EE3-3A13-B383-8F192446E16B}"/>
              </a:ext>
            </a:extLst>
          </p:cNvPr>
          <p:cNvGraphicFramePr>
            <a:graphicFrameLocks noGrp="1"/>
          </p:cNvGraphicFramePr>
          <p:nvPr>
            <p:extLst>
              <p:ext uri="{D42A27DB-BD31-4B8C-83A1-F6EECF244321}">
                <p14:modId xmlns:p14="http://schemas.microsoft.com/office/powerpoint/2010/main" val="863816355"/>
              </p:ext>
            </p:extLst>
          </p:nvPr>
        </p:nvGraphicFramePr>
        <p:xfrm>
          <a:off x="3884232" y="2888579"/>
          <a:ext cx="4711129" cy="741680"/>
        </p:xfrm>
        <a:graphic>
          <a:graphicData uri="http://schemas.openxmlformats.org/drawingml/2006/table">
            <a:tbl>
              <a:tblPr firstRow="1" bandRow="1">
                <a:tableStyleId>{5C22544A-7EE6-4342-B048-85BDC9FD1C3A}</a:tableStyleId>
              </a:tblPr>
              <a:tblGrid>
                <a:gridCol w="514415">
                  <a:extLst>
                    <a:ext uri="{9D8B030D-6E8A-4147-A177-3AD203B41FA5}">
                      <a16:colId xmlns:a16="http://schemas.microsoft.com/office/drawing/2014/main" val="4274588591"/>
                    </a:ext>
                  </a:extLst>
                </a:gridCol>
                <a:gridCol w="1296122">
                  <a:extLst>
                    <a:ext uri="{9D8B030D-6E8A-4147-A177-3AD203B41FA5}">
                      <a16:colId xmlns:a16="http://schemas.microsoft.com/office/drawing/2014/main" val="3922719967"/>
                    </a:ext>
                  </a:extLst>
                </a:gridCol>
                <a:gridCol w="1604470">
                  <a:extLst>
                    <a:ext uri="{9D8B030D-6E8A-4147-A177-3AD203B41FA5}">
                      <a16:colId xmlns:a16="http://schemas.microsoft.com/office/drawing/2014/main" val="2296915550"/>
                    </a:ext>
                  </a:extLst>
                </a:gridCol>
                <a:gridCol w="1296122">
                  <a:extLst>
                    <a:ext uri="{9D8B030D-6E8A-4147-A177-3AD203B41FA5}">
                      <a16:colId xmlns:a16="http://schemas.microsoft.com/office/drawing/2014/main" val="297944058"/>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tc>
                  <a:txBody>
                    <a:bodyPr/>
                    <a:lstStyle/>
                    <a:p>
                      <a:r>
                        <a:rPr lang="en-US" sz="1600" dirty="0"/>
                        <a:t>ROW_HASH</a:t>
                      </a:r>
                      <a:endParaRPr lang="nl-NL" sz="1600" dirty="0"/>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tc>
                  <a:txBody>
                    <a:bodyPr/>
                    <a:lstStyle/>
                    <a:p>
                      <a:r>
                        <a:rPr lang="en-US" sz="1600" dirty="0"/>
                        <a:t>f94c1d22..</a:t>
                      </a:r>
                      <a:endParaRPr lang="nl-NL" sz="1600" dirty="0"/>
                    </a:p>
                  </a:txBody>
                  <a:tcPr/>
                </a:tc>
                <a:extLst>
                  <a:ext uri="{0D108BD9-81ED-4DB2-BD59-A6C34878D82A}">
                    <a16:rowId xmlns:a16="http://schemas.microsoft.com/office/drawing/2014/main" val="3025981488"/>
                  </a:ext>
                </a:extLst>
              </a:tr>
            </a:tbl>
          </a:graphicData>
        </a:graphic>
      </p:graphicFrame>
      <p:graphicFrame>
        <p:nvGraphicFramePr>
          <p:cNvPr id="5" name="Table 4">
            <a:extLst>
              <a:ext uri="{FF2B5EF4-FFF2-40B4-BE49-F238E27FC236}">
                <a16:creationId xmlns:a16="http://schemas.microsoft.com/office/drawing/2014/main" id="{740D27A6-3D23-5350-C274-232FD7890EA0}"/>
              </a:ext>
            </a:extLst>
          </p:cNvPr>
          <p:cNvGraphicFramePr>
            <a:graphicFrameLocks noGrp="1"/>
          </p:cNvGraphicFramePr>
          <p:nvPr>
            <p:extLst>
              <p:ext uri="{D42A27DB-BD31-4B8C-83A1-F6EECF244321}">
                <p14:modId xmlns:p14="http://schemas.microsoft.com/office/powerpoint/2010/main" val="2636866787"/>
              </p:ext>
            </p:extLst>
          </p:nvPr>
        </p:nvGraphicFramePr>
        <p:xfrm>
          <a:off x="663786" y="4354015"/>
          <a:ext cx="10692380" cy="949960"/>
        </p:xfrm>
        <a:graphic>
          <a:graphicData uri="http://schemas.openxmlformats.org/drawingml/2006/table">
            <a:tbl>
              <a:tblPr firstRow="1" bandRow="1">
                <a:tableStyleId>{5C22544A-7EE6-4342-B048-85BDC9FD1C3A}</a:tableStyleId>
              </a:tblPr>
              <a:tblGrid>
                <a:gridCol w="446757">
                  <a:extLst>
                    <a:ext uri="{9D8B030D-6E8A-4147-A177-3AD203B41FA5}">
                      <a16:colId xmlns:a16="http://schemas.microsoft.com/office/drawing/2014/main" val="3194473014"/>
                    </a:ext>
                  </a:extLst>
                </a:gridCol>
                <a:gridCol w="1249551">
                  <a:extLst>
                    <a:ext uri="{9D8B030D-6E8A-4147-A177-3AD203B41FA5}">
                      <a16:colId xmlns:a16="http://schemas.microsoft.com/office/drawing/2014/main" val="3922719967"/>
                    </a:ext>
                  </a:extLst>
                </a:gridCol>
                <a:gridCol w="1635331">
                  <a:extLst>
                    <a:ext uri="{9D8B030D-6E8A-4147-A177-3AD203B41FA5}">
                      <a16:colId xmlns:a16="http://schemas.microsoft.com/office/drawing/2014/main" val="2296915550"/>
                    </a:ext>
                  </a:extLst>
                </a:gridCol>
                <a:gridCol w="1619472">
                  <a:extLst>
                    <a:ext uri="{9D8B030D-6E8A-4147-A177-3AD203B41FA5}">
                      <a16:colId xmlns:a16="http://schemas.microsoft.com/office/drawing/2014/main" val="297944058"/>
                    </a:ext>
                  </a:extLst>
                </a:gridCol>
                <a:gridCol w="1347664">
                  <a:extLst>
                    <a:ext uri="{9D8B030D-6E8A-4147-A177-3AD203B41FA5}">
                      <a16:colId xmlns:a16="http://schemas.microsoft.com/office/drawing/2014/main" val="3862185539"/>
                    </a:ext>
                  </a:extLst>
                </a:gridCol>
                <a:gridCol w="1152496">
                  <a:extLst>
                    <a:ext uri="{9D8B030D-6E8A-4147-A177-3AD203B41FA5}">
                      <a16:colId xmlns:a16="http://schemas.microsoft.com/office/drawing/2014/main" val="1351919417"/>
                    </a:ext>
                  </a:extLst>
                </a:gridCol>
                <a:gridCol w="1422758">
                  <a:extLst>
                    <a:ext uri="{9D8B030D-6E8A-4147-A177-3AD203B41FA5}">
                      <a16:colId xmlns:a16="http://schemas.microsoft.com/office/drawing/2014/main" val="2999854234"/>
                    </a:ext>
                  </a:extLst>
                </a:gridCol>
                <a:gridCol w="1818351">
                  <a:extLst>
                    <a:ext uri="{9D8B030D-6E8A-4147-A177-3AD203B41FA5}">
                      <a16:colId xmlns:a16="http://schemas.microsoft.com/office/drawing/2014/main" val="3369540718"/>
                    </a:ext>
                  </a:extLst>
                </a:gridCol>
              </a:tblGrid>
              <a:tr h="370840">
                <a:tc>
                  <a:txBody>
                    <a:bodyPr/>
                    <a:lstStyle/>
                    <a:p>
                      <a:r>
                        <a:rPr lang="nl-NL" sz="1600" dirty="0"/>
                        <a:t>ID</a:t>
                      </a:r>
                    </a:p>
                  </a:txBody>
                  <a:tcPr/>
                </a:tc>
                <a:tc>
                  <a:txBody>
                    <a:bodyPr/>
                    <a:lstStyle/>
                    <a:p>
                      <a:r>
                        <a:rPr lang="en-US" sz="1600" dirty="0"/>
                        <a:t>Naam</a:t>
                      </a:r>
                      <a:endParaRPr lang="nl-NL" sz="1600" dirty="0"/>
                    </a:p>
                  </a:txBody>
                  <a:tcPr/>
                </a:tc>
                <a:tc>
                  <a:txBody>
                    <a:bodyPr/>
                    <a:lstStyle/>
                    <a:p>
                      <a:r>
                        <a:rPr lang="en-US" sz="1600" dirty="0" err="1"/>
                        <a:t>Woonplaats</a:t>
                      </a:r>
                      <a:endParaRPr lang="nl-NL" sz="1600" dirty="0"/>
                    </a:p>
                  </a:txBody>
                  <a:tcPr/>
                </a:tc>
                <a:tc>
                  <a:txBody>
                    <a:bodyPr/>
                    <a:lstStyle/>
                    <a:p>
                      <a:r>
                        <a:rPr lang="en-US" sz="1600" dirty="0"/>
                        <a:t>ROW_HASH</a:t>
                      </a:r>
                      <a:endParaRPr lang="nl-NL" sz="1600" dirty="0"/>
                    </a:p>
                  </a:txBody>
                  <a:tcPr/>
                </a:tc>
                <a:tc>
                  <a:txBody>
                    <a:bodyPr/>
                    <a:lstStyle/>
                    <a:p>
                      <a:r>
                        <a:rPr lang="nl-NL" sz="1600" dirty="0"/>
                        <a:t>START_TS</a:t>
                      </a:r>
                    </a:p>
                  </a:txBody>
                  <a:tcPr/>
                </a:tc>
                <a:tc>
                  <a:txBody>
                    <a:bodyPr/>
                    <a:lstStyle/>
                    <a:p>
                      <a:r>
                        <a:rPr lang="nl-NL" sz="1600" dirty="0"/>
                        <a:t>END_TS</a:t>
                      </a:r>
                    </a:p>
                  </a:txBody>
                  <a:tcPr/>
                </a:tc>
                <a:tc>
                  <a:txBody>
                    <a:bodyPr/>
                    <a:lstStyle/>
                    <a:p>
                      <a:r>
                        <a:rPr lang="nl-NL" sz="1600" dirty="0"/>
                        <a:t>IS_ACTIVE</a:t>
                      </a:r>
                    </a:p>
                  </a:txBody>
                  <a:tcPr/>
                </a:tc>
                <a:tc>
                  <a:txBody>
                    <a:bodyPr/>
                    <a:lstStyle/>
                    <a:p>
                      <a:r>
                        <a:rPr lang="nl-NL" sz="1600" dirty="0"/>
                        <a:t>CDC_OPERATION</a:t>
                      </a:r>
                    </a:p>
                  </a:txBody>
                  <a:tcPr/>
                </a:tc>
                <a:extLst>
                  <a:ext uri="{0D108BD9-81ED-4DB2-BD59-A6C34878D82A}">
                    <a16:rowId xmlns:a16="http://schemas.microsoft.com/office/drawing/2014/main" val="3582278932"/>
                  </a:ext>
                </a:extLst>
              </a:tr>
              <a:tr h="370840">
                <a:tc>
                  <a:txBody>
                    <a:bodyPr/>
                    <a:lstStyle/>
                    <a:p>
                      <a:r>
                        <a:rPr lang="nl-NL" sz="1600" dirty="0"/>
                        <a:t>1</a:t>
                      </a:r>
                    </a:p>
                  </a:txBody>
                  <a:tcPr/>
                </a:tc>
                <a:tc>
                  <a:txBody>
                    <a:bodyPr/>
                    <a:lstStyle/>
                    <a:p>
                      <a:r>
                        <a:rPr lang="en-US" sz="1600" dirty="0"/>
                        <a:t>John Doe</a:t>
                      </a:r>
                      <a:endParaRPr lang="nl-NL" sz="1600" dirty="0"/>
                    </a:p>
                  </a:txBody>
                  <a:tcPr/>
                </a:tc>
                <a:tc>
                  <a:txBody>
                    <a:bodyPr/>
                    <a:lstStyle/>
                    <a:p>
                      <a:r>
                        <a:rPr lang="en-US" sz="1600" dirty="0"/>
                        <a:t>Arnhem</a:t>
                      </a:r>
                      <a:endParaRPr lang="nl-NL" sz="1600" dirty="0"/>
                    </a:p>
                  </a:txBody>
                  <a:tcPr/>
                </a:tc>
                <a:tc>
                  <a:txBody>
                    <a:bodyPr/>
                    <a:lstStyle/>
                    <a:p>
                      <a:r>
                        <a:rPr lang="en-US" sz="1600" dirty="0"/>
                        <a:t>f94c1d22..</a:t>
                      </a:r>
                      <a:endParaRPr lang="nl-NL" sz="1600" dirty="0"/>
                    </a:p>
                  </a:txBody>
                  <a:tcPr/>
                </a:tc>
                <a:tc>
                  <a:txBody>
                    <a:bodyPr/>
                    <a:lstStyle/>
                    <a:p>
                      <a:r>
                        <a:rPr lang="nl-NL" sz="1600" dirty="0"/>
                        <a:t>11-3-2026 12:19</a:t>
                      </a:r>
                    </a:p>
                  </a:txBody>
                  <a:tcPr/>
                </a:tc>
                <a:tc>
                  <a:txBody>
                    <a:bodyPr/>
                    <a:lstStyle/>
                    <a:p>
                      <a:r>
                        <a:rPr lang="nl-NL" sz="1600" dirty="0"/>
                        <a:t>null</a:t>
                      </a:r>
                    </a:p>
                  </a:txBody>
                  <a:tcPr/>
                </a:tc>
                <a:tc>
                  <a:txBody>
                    <a:bodyPr/>
                    <a:lstStyle/>
                    <a:p>
                      <a:r>
                        <a:rPr lang="nl-NL" sz="1600" dirty="0"/>
                        <a:t>TRUE</a:t>
                      </a:r>
                    </a:p>
                  </a:txBody>
                  <a:tcPr/>
                </a:tc>
                <a:tc>
                  <a:txBody>
                    <a:bodyPr/>
                    <a:lstStyle/>
                    <a:p>
                      <a:r>
                        <a:rPr lang="nl-NL" sz="1600" dirty="0"/>
                        <a:t>I</a:t>
                      </a:r>
                    </a:p>
                  </a:txBody>
                  <a:tcPr/>
                </a:tc>
                <a:extLst>
                  <a:ext uri="{0D108BD9-81ED-4DB2-BD59-A6C34878D82A}">
                    <a16:rowId xmlns:a16="http://schemas.microsoft.com/office/drawing/2014/main" val="3025981488"/>
                  </a:ext>
                </a:extLst>
              </a:tr>
            </a:tbl>
          </a:graphicData>
        </a:graphic>
      </p:graphicFrame>
      <p:cxnSp>
        <p:nvCxnSpPr>
          <p:cNvPr id="9" name="Straight Arrow Connector 8">
            <a:extLst>
              <a:ext uri="{FF2B5EF4-FFF2-40B4-BE49-F238E27FC236}">
                <a16:creationId xmlns:a16="http://schemas.microsoft.com/office/drawing/2014/main" id="{E37D6EE0-2EC1-5E88-E0F9-F17197231102}"/>
              </a:ext>
            </a:extLst>
          </p:cNvPr>
          <p:cNvCxnSpPr/>
          <p:nvPr/>
        </p:nvCxnSpPr>
        <p:spPr>
          <a:xfrm>
            <a:off x="6096000" y="3746810"/>
            <a:ext cx="0" cy="4906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41601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27619A-294C-A4BE-4E1A-8345161D7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CE182-1094-3C37-C63B-84C47CFFFF70}"/>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D-1: Resultaat</a:t>
            </a:r>
          </a:p>
        </p:txBody>
      </p:sp>
      <p:pic>
        <p:nvPicPr>
          <p:cNvPr id="11" name="Graphic 10">
            <a:extLst>
              <a:ext uri="{FF2B5EF4-FFF2-40B4-BE49-F238E27FC236}">
                <a16:creationId xmlns:a16="http://schemas.microsoft.com/office/drawing/2014/main" id="{88EA54A6-1711-A7BB-D7EF-A584B7DE7F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9DD23CB5-7D72-E746-2280-D8401CCAE398}"/>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F2F6AB0-8B02-1D71-9652-84AA37CBB32D}"/>
              </a:ext>
            </a:extLst>
          </p:cNvPr>
          <p:cNvSpPr txBox="1"/>
          <p:nvPr/>
        </p:nvSpPr>
        <p:spPr>
          <a:xfrm>
            <a:off x="386153" y="2415123"/>
            <a:ext cx="1909497" cy="646331"/>
          </a:xfrm>
          <a:prstGeom prst="rect">
            <a:avLst/>
          </a:prstGeom>
          <a:noFill/>
        </p:spPr>
        <p:txBody>
          <a:bodyPr wrap="none" rtlCol="0">
            <a:spAutoFit/>
          </a:bodyPr>
          <a:lstStyle/>
          <a:p>
            <a:pPr algn="r"/>
            <a:r>
              <a:rPr lang="nl-NL" dirty="0"/>
              <a:t>Zonder gebruik </a:t>
            </a:r>
          </a:p>
          <a:p>
            <a:pPr algn="r"/>
            <a:r>
              <a:rPr lang="nl-NL" dirty="0"/>
              <a:t>CDC  component</a:t>
            </a:r>
          </a:p>
        </p:txBody>
      </p:sp>
      <p:sp>
        <p:nvSpPr>
          <p:cNvPr id="9" name="TextBox 8">
            <a:extLst>
              <a:ext uri="{FF2B5EF4-FFF2-40B4-BE49-F238E27FC236}">
                <a16:creationId xmlns:a16="http://schemas.microsoft.com/office/drawing/2014/main" id="{1D563781-DFE6-5690-CE5E-90ECF236DFB5}"/>
              </a:ext>
            </a:extLst>
          </p:cNvPr>
          <p:cNvSpPr txBox="1"/>
          <p:nvPr/>
        </p:nvSpPr>
        <p:spPr>
          <a:xfrm>
            <a:off x="386153" y="4742907"/>
            <a:ext cx="1909497" cy="646331"/>
          </a:xfrm>
          <a:prstGeom prst="rect">
            <a:avLst/>
          </a:prstGeom>
          <a:noFill/>
        </p:spPr>
        <p:txBody>
          <a:bodyPr wrap="none" rtlCol="0">
            <a:spAutoFit/>
          </a:bodyPr>
          <a:lstStyle/>
          <a:p>
            <a:pPr algn="r"/>
            <a:r>
              <a:rPr lang="nl-NL" dirty="0"/>
              <a:t>Met gebruik </a:t>
            </a:r>
          </a:p>
          <a:p>
            <a:pPr algn="r"/>
            <a:r>
              <a:rPr lang="nl-NL" dirty="0"/>
              <a:t>CDC component</a:t>
            </a:r>
          </a:p>
        </p:txBody>
      </p:sp>
      <p:sp>
        <p:nvSpPr>
          <p:cNvPr id="3" name="TextBox 2">
            <a:extLst>
              <a:ext uri="{FF2B5EF4-FFF2-40B4-BE49-F238E27FC236}">
                <a16:creationId xmlns:a16="http://schemas.microsoft.com/office/drawing/2014/main" id="{473AB065-EEE3-8729-E461-7CD1C6AA10CA}"/>
              </a:ext>
            </a:extLst>
          </p:cNvPr>
          <p:cNvSpPr txBox="1"/>
          <p:nvPr/>
        </p:nvSpPr>
        <p:spPr>
          <a:xfrm>
            <a:off x="6672781" y="1759160"/>
            <a:ext cx="5023338" cy="1754326"/>
          </a:xfrm>
          <a:prstGeom prst="rect">
            <a:avLst/>
          </a:prstGeom>
          <a:noFill/>
        </p:spPr>
        <p:txBody>
          <a:bodyPr wrap="square" rtlCol="0">
            <a:spAutoFit/>
          </a:bodyPr>
          <a:lstStyle/>
          <a:p>
            <a:pPr marL="285750" indent="-285750">
              <a:buFont typeface="Arial" panose="020B0604020202020204" pitchFamily="34" charset="0"/>
              <a:buChar char="•"/>
            </a:pPr>
            <a:r>
              <a:rPr lang="nl-NL" dirty="0"/>
              <a:t>Elke wijziging is gecontroleerd en herleidbaar</a:t>
            </a:r>
          </a:p>
          <a:p>
            <a:pPr marL="285750" indent="-285750">
              <a:buFont typeface="Arial" panose="020B0604020202020204" pitchFamily="34" charset="0"/>
              <a:buChar char="•"/>
            </a:pPr>
            <a:r>
              <a:rPr lang="nl-NL" dirty="0"/>
              <a:t>Je ziet wat er veranderd is, wanneer en waarom</a:t>
            </a:r>
          </a:p>
          <a:p>
            <a:pPr marL="285750" indent="-285750">
              <a:buFont typeface="Arial" panose="020B0604020202020204" pitchFamily="34" charset="0"/>
              <a:buChar char="•"/>
            </a:pPr>
            <a:r>
              <a:rPr lang="nl-NL" dirty="0"/>
              <a:t>Afwijkingen zijn direct terug te vinden in logs</a:t>
            </a:r>
          </a:p>
          <a:p>
            <a:pPr marL="285750" indent="-285750">
              <a:buFont typeface="Arial" panose="020B0604020202020204" pitchFamily="34" charset="0"/>
              <a:buChar char="•"/>
            </a:pPr>
            <a:endParaRPr lang="nl-NL" dirty="0"/>
          </a:p>
          <a:p>
            <a:pPr marL="285750" indent="-285750">
              <a:buFont typeface="Arial" panose="020B0604020202020204" pitchFamily="34" charset="0"/>
              <a:buChar char="•"/>
            </a:pPr>
            <a:endParaRPr lang="nl-NL" dirty="0"/>
          </a:p>
        </p:txBody>
      </p:sp>
      <p:pic>
        <p:nvPicPr>
          <p:cNvPr id="12" name="Picture 11">
            <a:extLst>
              <a:ext uri="{FF2B5EF4-FFF2-40B4-BE49-F238E27FC236}">
                <a16:creationId xmlns:a16="http://schemas.microsoft.com/office/drawing/2014/main" id="{631A699A-ACAF-AD36-4D43-87C4494F5BA9}"/>
              </a:ext>
            </a:extLst>
          </p:cNvPr>
          <p:cNvPicPr>
            <a:picLocks noChangeAspect="1"/>
          </p:cNvPicPr>
          <p:nvPr/>
        </p:nvPicPr>
        <p:blipFill>
          <a:blip r:embed="rId7"/>
          <a:stretch>
            <a:fillRect/>
          </a:stretch>
        </p:blipFill>
        <p:spPr>
          <a:xfrm>
            <a:off x="2395779" y="4506288"/>
            <a:ext cx="9594339" cy="1274248"/>
          </a:xfrm>
          <a:prstGeom prst="rect">
            <a:avLst/>
          </a:prstGeom>
        </p:spPr>
      </p:pic>
      <p:pic>
        <p:nvPicPr>
          <p:cNvPr id="5" name="Picture 4">
            <a:extLst>
              <a:ext uri="{FF2B5EF4-FFF2-40B4-BE49-F238E27FC236}">
                <a16:creationId xmlns:a16="http://schemas.microsoft.com/office/drawing/2014/main" id="{DBF49431-5253-F25A-0AD3-6FCF42A638B1}"/>
              </a:ext>
            </a:extLst>
          </p:cNvPr>
          <p:cNvPicPr>
            <a:picLocks noChangeAspect="1"/>
          </p:cNvPicPr>
          <p:nvPr/>
        </p:nvPicPr>
        <p:blipFill>
          <a:blip r:embed="rId8"/>
          <a:stretch>
            <a:fillRect/>
          </a:stretch>
        </p:blipFill>
        <p:spPr>
          <a:xfrm>
            <a:off x="2395779" y="2047629"/>
            <a:ext cx="2724530" cy="1381318"/>
          </a:xfrm>
          <a:prstGeom prst="rect">
            <a:avLst/>
          </a:prstGeom>
        </p:spPr>
      </p:pic>
    </p:spTree>
    <p:extLst>
      <p:ext uri="{BB962C8B-B14F-4D97-AF65-F5344CB8AC3E}">
        <p14:creationId xmlns:p14="http://schemas.microsoft.com/office/powerpoint/2010/main" val="1292213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8CDD8-4877-F017-DF38-1E40D1B890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300FD-79B7-7A60-FA05-622915D36FD9}"/>
              </a:ext>
            </a:extLst>
          </p:cNvPr>
          <p:cNvSpPr>
            <a:spLocks noGrp="1"/>
          </p:cNvSpPr>
          <p:nvPr>
            <p:ph type="ctrTitle"/>
          </p:nvPr>
        </p:nvSpPr>
        <p:spPr>
          <a:xfrm>
            <a:off x="1524000" y="2235200"/>
            <a:ext cx="9144000" cy="2387600"/>
          </a:xfrm>
        </p:spPr>
        <p:txBody>
          <a:bodyPr>
            <a:normAutofit/>
          </a:bodyPr>
          <a:lstStyle/>
          <a:p>
            <a:r>
              <a:rPr lang="nl-NL" noProof="0" dirty="0"/>
              <a:t>Demonstratie</a:t>
            </a:r>
          </a:p>
        </p:txBody>
      </p:sp>
      <p:pic>
        <p:nvPicPr>
          <p:cNvPr id="5" name="Graphic 4">
            <a:extLst>
              <a:ext uri="{FF2B5EF4-FFF2-40B4-BE49-F238E27FC236}">
                <a16:creationId xmlns:a16="http://schemas.microsoft.com/office/drawing/2014/main" id="{082593DD-0CD1-5851-7C07-D45248C9A3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30F40D2E-7E23-4E52-A66B-70607F3B917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554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1B1A3-8F35-9344-3F70-095587154FCD}"/>
              </a:ext>
            </a:extLst>
          </p:cNvPr>
          <p:cNvSpPr>
            <a:spLocks noGrp="1"/>
          </p:cNvSpPr>
          <p:nvPr>
            <p:ph type="ctrTitle"/>
          </p:nvPr>
        </p:nvSpPr>
        <p:spPr>
          <a:xfrm>
            <a:off x="1524000" y="2235200"/>
            <a:ext cx="9144000" cy="2387600"/>
          </a:xfrm>
        </p:spPr>
        <p:txBody>
          <a:bodyPr>
            <a:normAutofit/>
          </a:bodyPr>
          <a:lstStyle/>
          <a:p>
            <a:r>
              <a:rPr lang="nl-NL" noProof="0" dirty="0"/>
              <a:t>D-2 Testen &amp; evalueren</a:t>
            </a:r>
          </a:p>
        </p:txBody>
      </p:sp>
      <p:pic>
        <p:nvPicPr>
          <p:cNvPr id="5" name="Graphic 4">
            <a:extLst>
              <a:ext uri="{FF2B5EF4-FFF2-40B4-BE49-F238E27FC236}">
                <a16:creationId xmlns:a16="http://schemas.microsoft.com/office/drawing/2014/main" id="{964FE984-DD71-3227-42EC-77C5390EF8C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6" name="Picture 8" descr="Haagse Hogeschool Logo">
            <a:extLst>
              <a:ext uri="{FF2B5EF4-FFF2-40B4-BE49-F238E27FC236}">
                <a16:creationId xmlns:a16="http://schemas.microsoft.com/office/drawing/2014/main" id="{F91FDF07-59E9-CFDD-7500-1B9C8EDEA0F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894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4AEE2-2BBF-2DCB-6B8B-90E50160D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B8800-DA24-345D-4024-A1046D947D7E}"/>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dirty="0"/>
              <a:t>D-2 Testen &amp; evalueren</a:t>
            </a:r>
            <a:endParaRPr lang="nl-NL" sz="3600" noProof="0" dirty="0">
              <a:solidFill>
                <a:schemeClr val="tx2"/>
              </a:solidFill>
            </a:endParaRPr>
          </a:p>
        </p:txBody>
      </p:sp>
      <p:pic>
        <p:nvPicPr>
          <p:cNvPr id="11" name="Graphic 10">
            <a:extLst>
              <a:ext uri="{FF2B5EF4-FFF2-40B4-BE49-F238E27FC236}">
                <a16:creationId xmlns:a16="http://schemas.microsoft.com/office/drawing/2014/main" id="{CBB6B3DC-1046-6385-D9F6-34EE0500D5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D7189E1B-1CA5-7D9E-9170-992FC05D97A7}"/>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F21E8E89-11D0-4AA9-85F2-A3AE856C5B12}"/>
              </a:ext>
            </a:extLst>
          </p:cNvPr>
          <p:cNvSpPr>
            <a:spLocks noGrp="1"/>
          </p:cNvSpPr>
          <p:nvPr>
            <p:ph idx="1"/>
          </p:nvPr>
        </p:nvSpPr>
        <p:spPr>
          <a:xfrm>
            <a:off x="838200" y="1825625"/>
            <a:ext cx="6845401" cy="1840230"/>
          </a:xfrm>
        </p:spPr>
        <p:txBody>
          <a:bodyPr>
            <a:normAutofit fontScale="92500" lnSpcReduction="10000"/>
          </a:bodyPr>
          <a:lstStyle/>
          <a:p>
            <a:r>
              <a:rPr lang="nl-NL" sz="2400" dirty="0"/>
              <a:t>Waarom testen?</a:t>
            </a:r>
          </a:p>
          <a:p>
            <a:r>
              <a:rPr lang="nl-NL" sz="2400" dirty="0"/>
              <a:t>Data quality + performance</a:t>
            </a:r>
          </a:p>
          <a:p>
            <a:r>
              <a:rPr lang="nl-NL" sz="2400" dirty="0"/>
              <a:t>Testcases maken testen controleerbaar en herhaalbaar</a:t>
            </a:r>
          </a:p>
          <a:p>
            <a:r>
              <a:rPr lang="nl-NL" sz="2400" dirty="0"/>
              <a:t>Testdata genereren d.m.v. Python</a:t>
            </a:r>
          </a:p>
          <a:p>
            <a:endParaRPr lang="nl-NL" sz="2400" dirty="0"/>
          </a:p>
          <a:p>
            <a:endParaRPr lang="nl-NL" sz="2400" dirty="0"/>
          </a:p>
          <a:p>
            <a:endParaRPr lang="nl-NL" sz="2400" dirty="0"/>
          </a:p>
        </p:txBody>
      </p:sp>
      <p:pic>
        <p:nvPicPr>
          <p:cNvPr id="4" name="Picture 3">
            <a:extLst>
              <a:ext uri="{FF2B5EF4-FFF2-40B4-BE49-F238E27FC236}">
                <a16:creationId xmlns:a16="http://schemas.microsoft.com/office/drawing/2014/main" id="{4662C9A8-C268-3221-5AAE-26FC2A51104E}"/>
              </a:ext>
            </a:extLst>
          </p:cNvPr>
          <p:cNvPicPr>
            <a:picLocks noChangeAspect="1"/>
          </p:cNvPicPr>
          <p:nvPr/>
        </p:nvPicPr>
        <p:blipFill>
          <a:blip r:embed="rId7"/>
          <a:stretch>
            <a:fillRect/>
          </a:stretch>
        </p:blipFill>
        <p:spPr>
          <a:xfrm>
            <a:off x="8360188" y="3441066"/>
            <a:ext cx="3180307" cy="2735897"/>
          </a:xfrm>
          <a:prstGeom prst="rect">
            <a:avLst/>
          </a:prstGeom>
        </p:spPr>
      </p:pic>
      <p:sp>
        <p:nvSpPr>
          <p:cNvPr id="5" name="AutoShape 2" descr="Structure of a test case">
            <a:extLst>
              <a:ext uri="{FF2B5EF4-FFF2-40B4-BE49-F238E27FC236}">
                <a16:creationId xmlns:a16="http://schemas.microsoft.com/office/drawing/2014/main" id="{13DD3154-1D0D-9DCA-6A78-5DDADE4B147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p>
        </p:txBody>
      </p:sp>
      <p:pic>
        <p:nvPicPr>
          <p:cNvPr id="6" name="Picture 5">
            <a:extLst>
              <a:ext uri="{FF2B5EF4-FFF2-40B4-BE49-F238E27FC236}">
                <a16:creationId xmlns:a16="http://schemas.microsoft.com/office/drawing/2014/main" id="{9A05A6DE-9E6D-6595-1F47-3478E178BCFC}"/>
              </a:ext>
            </a:extLst>
          </p:cNvPr>
          <p:cNvPicPr>
            <a:picLocks noChangeAspect="1"/>
          </p:cNvPicPr>
          <p:nvPr/>
        </p:nvPicPr>
        <p:blipFill>
          <a:blip r:embed="rId8"/>
          <a:stretch>
            <a:fillRect/>
          </a:stretch>
        </p:blipFill>
        <p:spPr>
          <a:xfrm>
            <a:off x="7634791" y="573723"/>
            <a:ext cx="3680460" cy="1840230"/>
          </a:xfrm>
          <a:prstGeom prst="rect">
            <a:avLst/>
          </a:prstGeom>
        </p:spPr>
      </p:pic>
      <p:graphicFrame>
        <p:nvGraphicFramePr>
          <p:cNvPr id="7" name="Table 6">
            <a:extLst>
              <a:ext uri="{FF2B5EF4-FFF2-40B4-BE49-F238E27FC236}">
                <a16:creationId xmlns:a16="http://schemas.microsoft.com/office/drawing/2014/main" id="{088395C5-7A2D-EA1D-563D-B2BC78D79954}"/>
              </a:ext>
            </a:extLst>
          </p:cNvPr>
          <p:cNvGraphicFramePr>
            <a:graphicFrameLocks noGrp="1"/>
          </p:cNvGraphicFramePr>
          <p:nvPr>
            <p:extLst>
              <p:ext uri="{D42A27DB-BD31-4B8C-83A1-F6EECF244321}">
                <p14:modId xmlns:p14="http://schemas.microsoft.com/office/powerpoint/2010/main" val="1422008474"/>
              </p:ext>
            </p:extLst>
          </p:nvPr>
        </p:nvGraphicFramePr>
        <p:xfrm>
          <a:off x="651505" y="4028193"/>
          <a:ext cx="7072364" cy="2692908"/>
        </p:xfrm>
        <a:graphic>
          <a:graphicData uri="http://schemas.openxmlformats.org/drawingml/2006/table">
            <a:tbl>
              <a:tblPr firstRow="1" firstCol="1" bandRow="1">
                <a:tableStyleId>{5C22544A-7EE6-4342-B048-85BDC9FD1C3A}</a:tableStyleId>
              </a:tblPr>
              <a:tblGrid>
                <a:gridCol w="1768091">
                  <a:extLst>
                    <a:ext uri="{9D8B030D-6E8A-4147-A177-3AD203B41FA5}">
                      <a16:colId xmlns:a16="http://schemas.microsoft.com/office/drawing/2014/main" val="1657446010"/>
                    </a:ext>
                  </a:extLst>
                </a:gridCol>
                <a:gridCol w="1768091">
                  <a:extLst>
                    <a:ext uri="{9D8B030D-6E8A-4147-A177-3AD203B41FA5}">
                      <a16:colId xmlns:a16="http://schemas.microsoft.com/office/drawing/2014/main" val="2511471216"/>
                    </a:ext>
                  </a:extLst>
                </a:gridCol>
                <a:gridCol w="1768091">
                  <a:extLst>
                    <a:ext uri="{9D8B030D-6E8A-4147-A177-3AD203B41FA5}">
                      <a16:colId xmlns:a16="http://schemas.microsoft.com/office/drawing/2014/main" val="1605143898"/>
                    </a:ext>
                  </a:extLst>
                </a:gridCol>
                <a:gridCol w="1768091">
                  <a:extLst>
                    <a:ext uri="{9D8B030D-6E8A-4147-A177-3AD203B41FA5}">
                      <a16:colId xmlns:a16="http://schemas.microsoft.com/office/drawing/2014/main" val="658604724"/>
                    </a:ext>
                  </a:extLst>
                </a:gridCol>
              </a:tblGrid>
              <a:tr h="0">
                <a:tc>
                  <a:txBody>
                    <a:bodyPr/>
                    <a:lstStyle/>
                    <a:p>
                      <a:pPr algn="l">
                        <a:lnSpc>
                          <a:spcPct val="120000"/>
                        </a:lnSpc>
                        <a:spcAft>
                          <a:spcPts val="1200"/>
                        </a:spcAft>
                        <a:buNone/>
                      </a:pPr>
                      <a:r>
                        <a:rPr lang="nl-NL" sz="1000" spc="-10">
                          <a:effectLst/>
                        </a:rPr>
                        <a:t>Dimensie</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Betekenis</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Waarom belangrijk voor dit CDC component</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dirty="0">
                          <a:effectLst/>
                        </a:rPr>
                        <a:t>Hoe getest</a:t>
                      </a:r>
                      <a:endParaRPr lang="en-NL" sz="1000" spc="-10" dirty="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extLst>
                  <a:ext uri="{0D108BD9-81ED-4DB2-BD59-A6C34878D82A}">
                    <a16:rowId xmlns:a16="http://schemas.microsoft.com/office/drawing/2014/main" val="3580304340"/>
                  </a:ext>
                </a:extLst>
              </a:tr>
              <a:tr h="0">
                <a:tc>
                  <a:txBody>
                    <a:bodyPr/>
                    <a:lstStyle/>
                    <a:p>
                      <a:pPr algn="l">
                        <a:lnSpc>
                          <a:spcPct val="120000"/>
                        </a:lnSpc>
                        <a:spcAft>
                          <a:spcPts val="1200"/>
                        </a:spcAft>
                        <a:buNone/>
                      </a:pPr>
                      <a:r>
                        <a:rPr lang="nl-NL" sz="1000" spc="-10">
                          <a:effectLst/>
                        </a:rPr>
                        <a:t>Completeness</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Is alle data aanwezig?</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Het component moet alle (valide) rijen correct overnemen van staging naar target.</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Vergelijken staging met target op basis van valide data</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extLst>
                  <a:ext uri="{0D108BD9-81ED-4DB2-BD59-A6C34878D82A}">
                    <a16:rowId xmlns:a16="http://schemas.microsoft.com/office/drawing/2014/main" val="3603805790"/>
                  </a:ext>
                </a:extLst>
              </a:tr>
              <a:tr h="0">
                <a:tc>
                  <a:txBody>
                    <a:bodyPr/>
                    <a:lstStyle/>
                    <a:p>
                      <a:pPr algn="l">
                        <a:lnSpc>
                          <a:spcPct val="120000"/>
                        </a:lnSpc>
                        <a:spcAft>
                          <a:spcPts val="1200"/>
                        </a:spcAft>
                        <a:buNone/>
                      </a:pPr>
                      <a:r>
                        <a:rPr lang="nl-NL" sz="1000" spc="-10">
                          <a:effectLst/>
                        </a:rPr>
                        <a:t>Uniqueness</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Zijn er duplicaten?</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Het detecteren van duplicaten is een kern functie van het component</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Testcases met dubbele updates en dubbele inserts</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extLst>
                  <a:ext uri="{0D108BD9-81ED-4DB2-BD59-A6C34878D82A}">
                    <a16:rowId xmlns:a16="http://schemas.microsoft.com/office/drawing/2014/main" val="303205083"/>
                  </a:ext>
                </a:extLst>
              </a:tr>
              <a:tr h="0">
                <a:tc>
                  <a:txBody>
                    <a:bodyPr/>
                    <a:lstStyle/>
                    <a:p>
                      <a:pPr algn="l">
                        <a:lnSpc>
                          <a:spcPct val="120000"/>
                        </a:lnSpc>
                        <a:spcAft>
                          <a:spcPts val="1200"/>
                        </a:spcAft>
                        <a:buNone/>
                      </a:pPr>
                      <a:r>
                        <a:rPr lang="nl-NL" sz="1000" spc="-10">
                          <a:effectLst/>
                        </a:rPr>
                        <a:t>Consistency</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Is data overal gelijk?</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a:effectLst/>
                        </a:rPr>
                        <a:t>Data in staging en target moet overeenkomen als er geen wijzigingen zijn</a:t>
                      </a:r>
                      <a:endParaRPr lang="en-NL" sz="1000" spc="-1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tc>
                  <a:txBody>
                    <a:bodyPr/>
                    <a:lstStyle/>
                    <a:p>
                      <a:pPr algn="l">
                        <a:lnSpc>
                          <a:spcPct val="120000"/>
                        </a:lnSpc>
                        <a:spcAft>
                          <a:spcPts val="1200"/>
                        </a:spcAft>
                        <a:buNone/>
                      </a:pPr>
                      <a:r>
                        <a:rPr lang="nl-NL" sz="1000" spc="-10" dirty="0">
                          <a:effectLst/>
                        </a:rPr>
                        <a:t>Vergelijken van hashwaarden en kolommen tussen tabellen</a:t>
                      </a:r>
                      <a:endParaRPr lang="en-NL" sz="1000" spc="-10" dirty="0">
                        <a:solidFill>
                          <a:srgbClr val="3B3B3B"/>
                        </a:solidFill>
                        <a:effectLst/>
                        <a:latin typeface="Ubuntu Light" panose="020B0304030602030204" pitchFamily="34" charset="0"/>
                        <a:ea typeface="Arial" panose="020B0604020202020204" pitchFamily="34" charset="0"/>
                        <a:cs typeface="Times New Roman" panose="02020603050405020304" pitchFamily="18" charset="0"/>
                      </a:endParaRPr>
                    </a:p>
                  </a:txBody>
                  <a:tcPr marL="68580" marR="68580" marT="68580" marB="68580" anchor="ctr"/>
                </a:tc>
                <a:extLst>
                  <a:ext uri="{0D108BD9-81ED-4DB2-BD59-A6C34878D82A}">
                    <a16:rowId xmlns:a16="http://schemas.microsoft.com/office/drawing/2014/main" val="270693898"/>
                  </a:ext>
                </a:extLst>
              </a:tr>
            </a:tbl>
          </a:graphicData>
        </a:graphic>
      </p:graphicFrame>
    </p:spTree>
    <p:extLst>
      <p:ext uri="{BB962C8B-B14F-4D97-AF65-F5344CB8AC3E}">
        <p14:creationId xmlns:p14="http://schemas.microsoft.com/office/powerpoint/2010/main" val="691245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1BE7E-2E0B-811C-117F-178AB36E0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7AFFF-3834-AA37-1E3D-FE50C32B767F}"/>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D-2: Resultaat</a:t>
            </a:r>
          </a:p>
        </p:txBody>
      </p:sp>
      <p:pic>
        <p:nvPicPr>
          <p:cNvPr id="11" name="Graphic 10">
            <a:extLst>
              <a:ext uri="{FF2B5EF4-FFF2-40B4-BE49-F238E27FC236}">
                <a16:creationId xmlns:a16="http://schemas.microsoft.com/office/drawing/2014/main" id="{D7E8502B-1BA3-CBA2-B802-C4A77F4746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BAC9F0E0-6219-3B74-8543-259EC55CE1EB}"/>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F0BDCA58-3E7B-98F5-3574-0EE9FA3A476A}"/>
              </a:ext>
            </a:extLst>
          </p:cNvPr>
          <p:cNvSpPr>
            <a:spLocks noGrp="1"/>
          </p:cNvSpPr>
          <p:nvPr>
            <p:ph idx="1"/>
          </p:nvPr>
        </p:nvSpPr>
        <p:spPr>
          <a:xfrm>
            <a:off x="838201" y="1825625"/>
            <a:ext cx="4724400" cy="4351338"/>
          </a:xfrm>
        </p:spPr>
        <p:txBody>
          <a:bodyPr>
            <a:normAutofit lnSpcReduction="10000"/>
          </a:bodyPr>
          <a:lstStyle/>
          <a:p>
            <a:r>
              <a:rPr lang="nl-NL" sz="2400" dirty="0"/>
              <a:t>Alle testcases succesvol uitgevoerd</a:t>
            </a:r>
          </a:p>
          <a:p>
            <a:r>
              <a:rPr lang="nl-NL" sz="2400" dirty="0"/>
              <a:t>Inserts, updates en deletes werken correct</a:t>
            </a:r>
          </a:p>
          <a:p>
            <a:r>
              <a:rPr lang="nl-NL" sz="2400" dirty="0"/>
              <a:t>Fouten (duplicates, missende primaire sleutels) worden gedetecteerd</a:t>
            </a:r>
          </a:p>
          <a:p>
            <a:r>
              <a:rPr lang="nl-NL" sz="2400" dirty="0"/>
              <a:t>Oplossing schaalbaar tot 1.000.000 rijen zonder veel vertraging</a:t>
            </a:r>
          </a:p>
          <a:p>
            <a:r>
              <a:rPr lang="nl-NL" sz="2400" dirty="0"/>
              <a:t>SQL sneller en stabieler dan Python</a:t>
            </a:r>
          </a:p>
        </p:txBody>
      </p:sp>
      <p:pic>
        <p:nvPicPr>
          <p:cNvPr id="4" name="Picture 3">
            <a:extLst>
              <a:ext uri="{FF2B5EF4-FFF2-40B4-BE49-F238E27FC236}">
                <a16:creationId xmlns:a16="http://schemas.microsoft.com/office/drawing/2014/main" id="{DE2EA86C-2EF3-89C7-DBF9-DB4D8BDCFDD1}"/>
              </a:ext>
            </a:extLst>
          </p:cNvPr>
          <p:cNvPicPr>
            <a:picLocks noChangeAspect="1"/>
          </p:cNvPicPr>
          <p:nvPr/>
        </p:nvPicPr>
        <p:blipFill>
          <a:blip r:embed="rId7"/>
          <a:stretch>
            <a:fillRect/>
          </a:stretch>
        </p:blipFill>
        <p:spPr>
          <a:xfrm>
            <a:off x="7009612" y="1207013"/>
            <a:ext cx="4980506" cy="3105907"/>
          </a:xfrm>
          <a:prstGeom prst="rect">
            <a:avLst/>
          </a:prstGeom>
        </p:spPr>
      </p:pic>
    </p:spTree>
    <p:extLst>
      <p:ext uri="{BB962C8B-B14F-4D97-AF65-F5344CB8AC3E}">
        <p14:creationId xmlns:p14="http://schemas.microsoft.com/office/powerpoint/2010/main" val="876354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AC150-D0E0-C54F-BD02-58C10005C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D8985-C052-A138-23F8-441F2E71C923}"/>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D-2: Data quality testing resultaten</a:t>
            </a:r>
          </a:p>
        </p:txBody>
      </p:sp>
      <p:pic>
        <p:nvPicPr>
          <p:cNvPr id="11" name="Graphic 10">
            <a:extLst>
              <a:ext uri="{FF2B5EF4-FFF2-40B4-BE49-F238E27FC236}">
                <a16:creationId xmlns:a16="http://schemas.microsoft.com/office/drawing/2014/main" id="{7414A138-A810-31AA-A06C-28177504B3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46C70B32-E62B-5187-66CD-8C3A8E4C709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C8F4BA7-432B-720A-42A3-9F824FF428F5}"/>
              </a:ext>
            </a:extLst>
          </p:cNvPr>
          <p:cNvPicPr>
            <a:picLocks noChangeAspect="1"/>
          </p:cNvPicPr>
          <p:nvPr/>
        </p:nvPicPr>
        <p:blipFill>
          <a:blip r:embed="rId7"/>
          <a:stretch>
            <a:fillRect/>
          </a:stretch>
        </p:blipFill>
        <p:spPr>
          <a:xfrm>
            <a:off x="1900956" y="1488936"/>
            <a:ext cx="8390088" cy="5232165"/>
          </a:xfrm>
          <a:prstGeom prst="rect">
            <a:avLst/>
          </a:prstGeom>
        </p:spPr>
      </p:pic>
    </p:spTree>
    <p:extLst>
      <p:ext uri="{BB962C8B-B14F-4D97-AF65-F5344CB8AC3E}">
        <p14:creationId xmlns:p14="http://schemas.microsoft.com/office/powerpoint/2010/main" val="2887232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40D8B6-4A7B-5BF2-5779-61F269A55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D2C95A-D52F-EB79-989E-FEE6EBEF63DC}"/>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D-2: </a:t>
            </a:r>
            <a:r>
              <a:rPr lang="nl-NL" sz="3600" dirty="0">
                <a:solidFill>
                  <a:schemeClr val="tx2"/>
                </a:solidFill>
              </a:rPr>
              <a:t>Performance testing resultaten</a:t>
            </a:r>
            <a:endParaRPr lang="nl-NL" sz="3600" noProof="0" dirty="0">
              <a:solidFill>
                <a:schemeClr val="tx2"/>
              </a:solidFill>
            </a:endParaRPr>
          </a:p>
        </p:txBody>
      </p:sp>
      <p:pic>
        <p:nvPicPr>
          <p:cNvPr id="11" name="Graphic 10">
            <a:extLst>
              <a:ext uri="{FF2B5EF4-FFF2-40B4-BE49-F238E27FC236}">
                <a16:creationId xmlns:a16="http://schemas.microsoft.com/office/drawing/2014/main" id="{A0C2924F-DB7E-C5CB-E40B-50783A05CB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1133C8DD-8301-28E1-CC21-11A101B5025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Chart 2">
            <a:extLst>
              <a:ext uri="{FF2B5EF4-FFF2-40B4-BE49-F238E27FC236}">
                <a16:creationId xmlns:a16="http://schemas.microsoft.com/office/drawing/2014/main" id="{0683ABA4-13E9-F02E-DA86-CCCD69E5DE77}"/>
              </a:ext>
            </a:extLst>
          </p:cNvPr>
          <p:cNvGraphicFramePr/>
          <p:nvPr>
            <p:extLst>
              <p:ext uri="{D42A27DB-BD31-4B8C-83A1-F6EECF244321}">
                <p14:modId xmlns:p14="http://schemas.microsoft.com/office/powerpoint/2010/main" val="2893384401"/>
              </p:ext>
            </p:extLst>
          </p:nvPr>
        </p:nvGraphicFramePr>
        <p:xfrm>
          <a:off x="1826680" y="1919848"/>
          <a:ext cx="3856585" cy="3997241"/>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4" name="Chart 3">
            <a:extLst>
              <a:ext uri="{FF2B5EF4-FFF2-40B4-BE49-F238E27FC236}">
                <a16:creationId xmlns:a16="http://schemas.microsoft.com/office/drawing/2014/main" id="{7BB34C84-763B-1161-26DE-698EA346F49A}"/>
              </a:ext>
            </a:extLst>
          </p:cNvPr>
          <p:cNvGraphicFramePr/>
          <p:nvPr>
            <p:extLst>
              <p:ext uri="{D42A27DB-BD31-4B8C-83A1-F6EECF244321}">
                <p14:modId xmlns:p14="http://schemas.microsoft.com/office/powerpoint/2010/main" val="1413452386"/>
              </p:ext>
            </p:extLst>
          </p:nvPr>
        </p:nvGraphicFramePr>
        <p:xfrm>
          <a:off x="6508735" y="1908150"/>
          <a:ext cx="3856585" cy="3997241"/>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785358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0DD797-EC74-C53D-78F9-6337F44E2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D9C69-81FF-1715-FF80-B2DC69C61247}"/>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D-2: Waarde voor Sogeti</a:t>
            </a:r>
          </a:p>
        </p:txBody>
      </p:sp>
      <p:pic>
        <p:nvPicPr>
          <p:cNvPr id="11" name="Graphic 10">
            <a:extLst>
              <a:ext uri="{FF2B5EF4-FFF2-40B4-BE49-F238E27FC236}">
                <a16:creationId xmlns:a16="http://schemas.microsoft.com/office/drawing/2014/main" id="{5EC2D21F-1FBE-C0BB-C22C-20B4B27471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215E7144-80DB-99F7-00E8-48F3B9E759EC}"/>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921F6523-4B6C-84A4-EDB3-2D226ED0060D}"/>
              </a:ext>
            </a:extLst>
          </p:cNvPr>
          <p:cNvSpPr>
            <a:spLocks noGrp="1"/>
          </p:cNvSpPr>
          <p:nvPr>
            <p:ph idx="1"/>
          </p:nvPr>
        </p:nvSpPr>
        <p:spPr>
          <a:xfrm>
            <a:off x="838200" y="1825625"/>
            <a:ext cx="10393680" cy="4091464"/>
          </a:xfrm>
        </p:spPr>
        <p:txBody>
          <a:bodyPr>
            <a:normAutofit fontScale="92500" lnSpcReduction="20000"/>
          </a:bodyPr>
          <a:lstStyle/>
          <a:p>
            <a:r>
              <a:rPr lang="nl-NL" noProof="0" dirty="0"/>
              <a:t>Accelerator</a:t>
            </a:r>
          </a:p>
          <a:p>
            <a:pPr lvl="1"/>
            <a:r>
              <a:rPr lang="nl-NL" noProof="0" dirty="0"/>
              <a:t>Herbruikbaar</a:t>
            </a:r>
          </a:p>
          <a:p>
            <a:pPr lvl="1"/>
            <a:r>
              <a:rPr lang="nl-NL" dirty="0"/>
              <a:t>I</a:t>
            </a:r>
            <a:r>
              <a:rPr lang="nl-NL" noProof="0" dirty="0"/>
              <a:t>n toolbox </a:t>
            </a:r>
            <a:r>
              <a:rPr lang="nl-NL" dirty="0"/>
              <a:t>van engineers</a:t>
            </a:r>
          </a:p>
          <a:p>
            <a:r>
              <a:rPr lang="nl-NL" noProof="0" dirty="0"/>
              <a:t>Commercieel</a:t>
            </a:r>
          </a:p>
          <a:p>
            <a:pPr lvl="1"/>
            <a:r>
              <a:rPr lang="nl-NL" dirty="0"/>
              <a:t>Sales: </a:t>
            </a:r>
            <a:r>
              <a:rPr lang="nl-NL" noProof="0" dirty="0"/>
              <a:t>wij hebben iets voor dit probleem</a:t>
            </a:r>
          </a:p>
          <a:p>
            <a:r>
              <a:rPr lang="nl-NL" noProof="0" dirty="0"/>
              <a:t>Voor klanten</a:t>
            </a:r>
          </a:p>
          <a:p>
            <a:pPr lvl="1"/>
            <a:r>
              <a:rPr lang="nl-NL" noProof="0" dirty="0"/>
              <a:t>Herleidbaarheid in de data</a:t>
            </a:r>
          </a:p>
          <a:p>
            <a:pPr lvl="1"/>
            <a:r>
              <a:rPr lang="nl-NL" dirty="0"/>
              <a:t>T</a:t>
            </a:r>
            <a:r>
              <a:rPr lang="nl-NL" noProof="0" dirty="0"/>
              <a:t>ransparantie</a:t>
            </a:r>
          </a:p>
          <a:p>
            <a:pPr lvl="2"/>
            <a:r>
              <a:rPr lang="nl-NL" noProof="0" dirty="0"/>
              <a:t>AVG/GDPR</a:t>
            </a:r>
          </a:p>
          <a:p>
            <a:pPr lvl="2"/>
            <a:r>
              <a:rPr lang="nl-NL" dirty="0"/>
              <a:t>CSRD	</a:t>
            </a:r>
          </a:p>
          <a:p>
            <a:r>
              <a:rPr lang="nl-NL" dirty="0"/>
              <a:t>Hoe krijgen we het bij de engineers?</a:t>
            </a:r>
          </a:p>
          <a:p>
            <a:pPr lvl="1"/>
            <a:r>
              <a:rPr lang="nl-NL" dirty="0"/>
              <a:t>Workshop</a:t>
            </a:r>
          </a:p>
        </p:txBody>
      </p:sp>
    </p:spTree>
    <p:extLst>
      <p:ext uri="{BB962C8B-B14F-4D97-AF65-F5344CB8AC3E}">
        <p14:creationId xmlns:p14="http://schemas.microsoft.com/office/powerpoint/2010/main" val="628024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CEC98-D01F-E8EA-4521-3759839EA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989596-EA16-8DF0-FBAE-05A2D5690F33}"/>
              </a:ext>
            </a:extLst>
          </p:cNvPr>
          <p:cNvSpPr>
            <a:spLocks noGrp="1"/>
          </p:cNvSpPr>
          <p:nvPr>
            <p:ph type="title"/>
          </p:nvPr>
        </p:nvSpPr>
        <p:spPr>
          <a:xfrm>
            <a:off x="838200" y="365126"/>
            <a:ext cx="10515600" cy="1021714"/>
          </a:xfrm>
        </p:spPr>
        <p:txBody>
          <a:bodyPr anchor="b">
            <a:normAutofit/>
          </a:bodyPr>
          <a:lstStyle/>
          <a:p>
            <a:pPr>
              <a:lnSpc>
                <a:spcPct val="100000"/>
              </a:lnSpc>
            </a:pPr>
            <a:r>
              <a:rPr lang="nl-NL" sz="3600" noProof="0" dirty="0">
                <a:solidFill>
                  <a:schemeClr val="tx2"/>
                </a:solidFill>
              </a:rPr>
              <a:t>Mogelijke toekomstige uitbreidingen</a:t>
            </a:r>
          </a:p>
        </p:txBody>
      </p:sp>
      <p:pic>
        <p:nvPicPr>
          <p:cNvPr id="11" name="Graphic 10">
            <a:extLst>
              <a:ext uri="{FF2B5EF4-FFF2-40B4-BE49-F238E27FC236}">
                <a16:creationId xmlns:a16="http://schemas.microsoft.com/office/drawing/2014/main" id="{D33D7F99-493D-FAB3-102F-28F805ACF6C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6692A1A3-D23A-F0C0-82AD-05543F3971D0}"/>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3">
            <a:extLst>
              <a:ext uri="{FF2B5EF4-FFF2-40B4-BE49-F238E27FC236}">
                <a16:creationId xmlns:a16="http://schemas.microsoft.com/office/drawing/2014/main" id="{99640FA8-9888-C1EF-8185-6CA43C3C8C9D}"/>
              </a:ext>
            </a:extLst>
          </p:cNvPr>
          <p:cNvSpPr>
            <a:spLocks noGrp="1"/>
          </p:cNvSpPr>
          <p:nvPr>
            <p:ph idx="1"/>
          </p:nvPr>
        </p:nvSpPr>
        <p:spPr>
          <a:xfrm>
            <a:off x="838200" y="1825625"/>
            <a:ext cx="10515600" cy="4351338"/>
          </a:xfrm>
        </p:spPr>
        <p:txBody>
          <a:bodyPr/>
          <a:lstStyle/>
          <a:p>
            <a:r>
              <a:rPr lang="nl-NL" noProof="0" dirty="0"/>
              <a:t>Detecteren/oplossen datatype afwijkingen</a:t>
            </a:r>
          </a:p>
          <a:p>
            <a:pPr lvl="1"/>
            <a:r>
              <a:rPr lang="nl-NL" noProof="0" dirty="0"/>
              <a:t>Omdat verkeerde datatypes tijdens een migratie fouten en onbetrouwbare data kunnen veroorzaken.</a:t>
            </a:r>
          </a:p>
          <a:p>
            <a:r>
              <a:rPr lang="nl-NL" noProof="0" dirty="0"/>
              <a:t>Controle op tijdzone en timestamp verschillen</a:t>
            </a:r>
          </a:p>
          <a:p>
            <a:pPr lvl="1"/>
            <a:r>
              <a:rPr lang="nl-NL" noProof="0" dirty="0"/>
              <a:t>Omdat Snowflake tijdzones anders verwerkt, wat kan zorgen voor onverwachte tijdverschuivingen in data.</a:t>
            </a:r>
          </a:p>
          <a:p>
            <a:endParaRPr lang="nl-NL" noProof="0" dirty="0"/>
          </a:p>
        </p:txBody>
      </p:sp>
    </p:spTree>
    <p:extLst>
      <p:ext uri="{BB962C8B-B14F-4D97-AF65-F5344CB8AC3E}">
        <p14:creationId xmlns:p14="http://schemas.microsoft.com/office/powerpoint/2010/main" val="21778125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91B01B-C45C-D332-8EA1-5D7CDFD46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AAEC9-29B0-70F3-1FF1-77C7D64D77A7}"/>
              </a:ext>
            </a:extLst>
          </p:cNvPr>
          <p:cNvSpPr>
            <a:spLocks noGrp="1"/>
          </p:cNvSpPr>
          <p:nvPr>
            <p:ph type="title"/>
          </p:nvPr>
        </p:nvSpPr>
        <p:spPr/>
        <p:txBody>
          <a:bodyPr anchor="b">
            <a:normAutofit/>
          </a:bodyPr>
          <a:lstStyle/>
          <a:p>
            <a:pPr algn="ctr"/>
            <a:r>
              <a:rPr lang="nl-NL" sz="3600" noProof="0" dirty="0">
                <a:solidFill>
                  <a:schemeClr val="tx2"/>
                </a:solidFill>
              </a:rPr>
              <a:t>Vragen</a:t>
            </a:r>
          </a:p>
        </p:txBody>
      </p:sp>
      <p:pic>
        <p:nvPicPr>
          <p:cNvPr id="11" name="Graphic 10">
            <a:extLst>
              <a:ext uri="{FF2B5EF4-FFF2-40B4-BE49-F238E27FC236}">
                <a16:creationId xmlns:a16="http://schemas.microsoft.com/office/drawing/2014/main" id="{0D4F7AD7-5195-459D-3A8D-71CF4846A2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1882" y="6239680"/>
            <a:ext cx="923809" cy="481421"/>
          </a:xfrm>
          <a:prstGeom prst="rect">
            <a:avLst/>
          </a:prstGeom>
        </p:spPr>
      </p:pic>
      <p:pic>
        <p:nvPicPr>
          <p:cNvPr id="17" name="Picture 8" descr="Haagse Hogeschool Logo">
            <a:extLst>
              <a:ext uri="{FF2B5EF4-FFF2-40B4-BE49-F238E27FC236}">
                <a16:creationId xmlns:a16="http://schemas.microsoft.com/office/drawing/2014/main" id="{0CB43362-9BFA-5B16-1C5E-29753524060F}"/>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9767" b="89767" l="8837" r="91279">
                        <a14:foregroundMark x1="8953" y1="39070" x2="47209" y2="38915"/>
                        <a14:foregroundMark x1="47209" y1="38915" x2="83372" y2="45116"/>
                        <a14:foregroundMark x1="83372" y1="45116" x2="50000" y2="61085"/>
                        <a14:foregroundMark x1="50000" y1="61085" x2="19884" y2="46512"/>
                        <a14:foregroundMark x1="19884" y1="46512" x2="18721" y2="44806"/>
                        <a14:foregroundMark x1="32558" y1="55814" x2="69302" y2="64651"/>
                        <a14:foregroundMark x1="69302" y1="64651" x2="38372" y2="51783"/>
                        <a14:foregroundMark x1="38372" y1="51783" x2="32674" y2="54264"/>
                        <a14:foregroundMark x1="68488" y1="55504" x2="68488" y2="55659"/>
                        <a14:foregroundMark x1="73488" y1="60000" x2="71395" y2="55659"/>
                        <a14:foregroundMark x1="77558" y1="58760" x2="40581" y2="58450"/>
                        <a14:foregroundMark x1="40581" y1="58450" x2="72791" y2="66357"/>
                        <a14:foregroundMark x1="72791" y1="66357" x2="91279" y2="59225"/>
                        <a14:foregroundMark x1="37791" y1="56279" x2="71977" y2="38915"/>
                        <a14:foregroundMark x1="71977" y1="38915" x2="43256" y2="57829"/>
                        <a14:foregroundMark x1="43256" y1="57829" x2="54186" y2="60930"/>
                      </a14:backgroundRemoval>
                    </a14:imgEffect>
                  </a14:imgLayer>
                </a14:imgProps>
              </a:ext>
              <a:ext uri="{28A0092B-C50C-407E-A947-70E740481C1C}">
                <a14:useLocalDpi xmlns:a14="http://schemas.microsoft.com/office/drawing/2010/main" val="0"/>
              </a:ext>
            </a:extLst>
          </a:blip>
          <a:srcRect/>
          <a:stretch>
            <a:fillRect/>
          </a:stretch>
        </p:blipFill>
        <p:spPr bwMode="auto">
          <a:xfrm>
            <a:off x="10487984" y="5917089"/>
            <a:ext cx="1502134" cy="112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627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35061</TotalTime>
  <Words>2845</Words>
  <Application>Microsoft Office PowerPoint</Application>
  <PresentationFormat>Widescreen</PresentationFormat>
  <Paragraphs>395</Paragraphs>
  <Slides>33</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Ubuntu Light</vt:lpstr>
      <vt:lpstr>Office Theme</vt:lpstr>
      <vt:lpstr>  Fase 3: Implementatie, Testen, Validatie &amp; Documentatie van CDC component in Snowflake</vt:lpstr>
      <vt:lpstr>Agenda</vt:lpstr>
      <vt:lpstr>Korte terugblik</vt:lpstr>
      <vt:lpstr>Aanleiding</vt:lpstr>
      <vt:lpstr>Probleemstelling</vt:lpstr>
      <vt:lpstr>Doel</vt:lpstr>
      <vt:lpstr>A-1: Analyseren probleemdomein en opstellen probleemstelling</vt:lpstr>
      <vt:lpstr>A-1: Analyseren probleemdomein en opstellen probleemstelling</vt:lpstr>
      <vt:lpstr>G-a: Effectief (Internationaal) Communiceren</vt:lpstr>
      <vt:lpstr>G-a: Effectief (Internationaal) Communiceren</vt:lpstr>
      <vt:lpstr>G-c Kritisch, onderzoekend en methodisch werken</vt:lpstr>
      <vt:lpstr>G-c Kritisch, onderzoekend en methodisch werken</vt:lpstr>
      <vt:lpstr>G-f: Leren leren: voorbereiden op volgende studiefase en beroep</vt:lpstr>
      <vt:lpstr>G-f: Leren leren: voorbereiden op volgende studiefase en beroep</vt:lpstr>
      <vt:lpstr>C-1 Ontwerpen software</vt:lpstr>
      <vt:lpstr>C-1 Ontwerpen software</vt:lpstr>
      <vt:lpstr>D-1 Realiseren van software</vt:lpstr>
      <vt:lpstr>D-1: Realiseren van software</vt:lpstr>
      <vt:lpstr>D-1: Resultaat</vt:lpstr>
      <vt:lpstr>D-1: Genereren vingerafdruk</vt:lpstr>
      <vt:lpstr>D-1: CDC proces</vt:lpstr>
      <vt:lpstr>D-1: Logging</vt:lpstr>
      <vt:lpstr>D-1: Doeltabel</vt:lpstr>
      <vt:lpstr>D-1: Resultaat</vt:lpstr>
      <vt:lpstr>Demonstratie</vt:lpstr>
      <vt:lpstr>D-2 Testen &amp; evalueren</vt:lpstr>
      <vt:lpstr>D-2 Testen &amp; evalueren</vt:lpstr>
      <vt:lpstr>D-2: Resultaat</vt:lpstr>
      <vt:lpstr>D-2: Data quality testing resultaten</vt:lpstr>
      <vt:lpstr>D-2: Performance testing resultaten</vt:lpstr>
      <vt:lpstr>D-2: Waarde voor Sogeti</vt:lpstr>
      <vt:lpstr>Mogelijke toekomstige uitbreidingen</vt:lpstr>
      <vt:lpstr>Vragen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Meijden, William van der</dc:creator>
  <cp:lastModifiedBy>Meijden, William van der</cp:lastModifiedBy>
  <cp:revision>21</cp:revision>
  <dcterms:created xsi:type="dcterms:W3CDTF">2025-11-13T08:29:35Z</dcterms:created>
  <dcterms:modified xsi:type="dcterms:W3CDTF">2026-04-04T11:03:07Z</dcterms:modified>
</cp:coreProperties>
</file>